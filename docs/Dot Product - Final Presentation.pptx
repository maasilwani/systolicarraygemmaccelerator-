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7B4514B-8792-46B7-AE06-152C25EA198A}">
  <a:tblStyle styleId="{A7B4514B-8792-46B7-AE06-152C25EA198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dd8bf05bab_0_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dd8bf05bab_0_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dba84d998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dba84d998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dc60cb277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dc60cb277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dc60cb277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dc60cb277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f75e08fdc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df75e08fdc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dc60cb277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dc60cb277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c60cb277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dc60cb277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c60cb277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dc60cb277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dd8bf05bab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dd8bf05ba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dba84d998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dba84d998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dba84d998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dba84d998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dba84d998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dba84d998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dba84d998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dba84d998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dbbdc275c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dbbdc275c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dc60cb27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dc60cb27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dd8bf05bab_0_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dd8bf05bab_0_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dd8bf05bab_0_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dd8bf05bab_0_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df75e08fd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df75e08fd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dc60cb277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dc60cb277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df9dc7da80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df9dc7da80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df9dc7da80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df9dc7da80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df9dc7da80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df9dc7da80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df9dc7da80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df9dc7da80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2.png"/><Relationship Id="rId11" Type="http://schemas.openxmlformats.org/officeDocument/2006/relationships/image" Target="../media/image8.png"/><Relationship Id="rId10" Type="http://schemas.openxmlformats.org/officeDocument/2006/relationships/image" Target="../media/image11.png"/><Relationship Id="rId9" Type="http://schemas.openxmlformats.org/officeDocument/2006/relationships/image" Target="../media/image4.png"/><Relationship Id="rId5" Type="http://schemas.openxmlformats.org/officeDocument/2006/relationships/image" Target="../media/image19.png"/><Relationship Id="rId6" Type="http://schemas.openxmlformats.org/officeDocument/2006/relationships/image" Target="../media/image7.png"/><Relationship Id="rId7" Type="http://schemas.openxmlformats.org/officeDocument/2006/relationships/image" Target="../media/image12.png"/><Relationship Id="rId8"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5.png"/><Relationship Id="rId5" Type="http://schemas.openxmlformats.org/officeDocument/2006/relationships/image" Target="../media/image17.png"/><Relationship Id="rId6" Type="http://schemas.openxmlformats.org/officeDocument/2006/relationships/image" Target="../media/image21.png"/><Relationship Id="rId7" Type="http://schemas.openxmlformats.org/officeDocument/2006/relationships/image" Target="../media/image20.png"/><Relationship Id="rId8"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drive.google.com/file/d/1Lb1pPWIPxwWT8bA74-aKYE6V4WAtwa3y/view" TargetMode="Externa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993203"/>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Systolic Array GEMM Accelerator on the Arty A7 FPGA</a:t>
            </a:r>
            <a:endParaRPr/>
          </a:p>
        </p:txBody>
      </p:sp>
      <p:sp>
        <p:nvSpPr>
          <p:cNvPr id="55" name="Google Shape;55;p13"/>
          <p:cNvSpPr txBox="1"/>
          <p:nvPr>
            <p:ph idx="1" type="subTitle"/>
          </p:nvPr>
        </p:nvSpPr>
        <p:spPr>
          <a:xfrm>
            <a:off x="311700" y="389941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Maasil Wani (Lead), Linda Mendez, Wayne Hsieh, Tyler Lee, Niels van Ritbergen, Daniel Arnold</a:t>
            </a:r>
            <a:endParaRPr/>
          </a:p>
        </p:txBody>
      </p:sp>
      <p:sp>
        <p:nvSpPr>
          <p:cNvPr id="56" name="Google Shape;56;p13"/>
          <p:cNvSpPr txBox="1"/>
          <p:nvPr>
            <p:ph idx="1" type="subTitle"/>
          </p:nvPr>
        </p:nvSpPr>
        <p:spPr>
          <a:xfrm>
            <a:off x="464100" y="312274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The Dot Product Team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Content</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308610" lvl="0" marL="457200" rtl="0" algn="l">
              <a:lnSpc>
                <a:spcPct val="115000"/>
              </a:lnSpc>
              <a:spcBef>
                <a:spcPts val="0"/>
              </a:spcBef>
              <a:spcAft>
                <a:spcPts val="0"/>
              </a:spcAft>
              <a:buSzPct val="100000"/>
              <a:buAutoNum type="arabicPeriod"/>
            </a:pPr>
            <a:r>
              <a:rPr lang="en"/>
              <a:t>Introduction and Background.</a:t>
            </a:r>
            <a:endParaRPr/>
          </a:p>
          <a:p>
            <a:pPr indent="-308610" lvl="0" marL="457200" rtl="0" algn="l">
              <a:lnSpc>
                <a:spcPct val="115000"/>
              </a:lnSpc>
              <a:spcBef>
                <a:spcPts val="0"/>
              </a:spcBef>
              <a:spcAft>
                <a:spcPts val="0"/>
              </a:spcAft>
              <a:buSzPct val="100000"/>
              <a:buAutoNum type="arabicPeriod"/>
            </a:pPr>
            <a:r>
              <a:rPr lang="en"/>
              <a:t>Problem Statement.</a:t>
            </a:r>
            <a:endParaRPr/>
          </a:p>
          <a:p>
            <a:pPr indent="-308610" lvl="0" marL="457200" rtl="0" algn="l">
              <a:lnSpc>
                <a:spcPct val="115000"/>
              </a:lnSpc>
              <a:spcBef>
                <a:spcPts val="0"/>
              </a:spcBef>
              <a:spcAft>
                <a:spcPts val="0"/>
              </a:spcAft>
              <a:buSzPct val="100000"/>
              <a:buAutoNum type="arabicPeriod"/>
            </a:pPr>
            <a:r>
              <a:rPr lang="en"/>
              <a:t>Proposed approach.</a:t>
            </a:r>
            <a:endParaRPr/>
          </a:p>
          <a:p>
            <a:pPr indent="-308610" lvl="0" marL="457200" rtl="0" algn="l">
              <a:lnSpc>
                <a:spcPct val="115000"/>
              </a:lnSpc>
              <a:spcBef>
                <a:spcPts val="0"/>
              </a:spcBef>
              <a:spcAft>
                <a:spcPts val="0"/>
              </a:spcAft>
              <a:buSzPct val="100000"/>
              <a:buAutoNum type="arabicPeriod"/>
            </a:pPr>
            <a:r>
              <a:rPr lang="en"/>
              <a:t>Project Overview</a:t>
            </a:r>
            <a:endParaRPr/>
          </a:p>
          <a:p>
            <a:pPr indent="-308610" lvl="0" marL="457200" rtl="0" algn="l">
              <a:lnSpc>
                <a:spcPct val="115000"/>
              </a:lnSpc>
              <a:spcBef>
                <a:spcPts val="0"/>
              </a:spcBef>
              <a:spcAft>
                <a:spcPts val="0"/>
              </a:spcAft>
              <a:buSzPct val="100000"/>
              <a:buAutoNum type="arabicPeriod"/>
            </a:pPr>
            <a:r>
              <a:rPr lang="en"/>
              <a:t>How does a systolic array work?</a:t>
            </a:r>
            <a:endParaRPr/>
          </a:p>
          <a:p>
            <a:pPr indent="-308610" lvl="0" marL="457200" rtl="0" algn="l">
              <a:lnSpc>
                <a:spcPct val="115000"/>
              </a:lnSpc>
              <a:spcBef>
                <a:spcPts val="0"/>
              </a:spcBef>
              <a:spcAft>
                <a:spcPts val="0"/>
              </a:spcAft>
              <a:buSzPct val="100000"/>
              <a:buAutoNum type="arabicPeriod"/>
            </a:pPr>
            <a:r>
              <a:rPr lang="en"/>
              <a:t>Systolic Array Timing</a:t>
            </a:r>
            <a:endParaRPr/>
          </a:p>
          <a:p>
            <a:pPr indent="-308610" lvl="0" marL="457200" rtl="0" algn="l">
              <a:lnSpc>
                <a:spcPct val="115000"/>
              </a:lnSpc>
              <a:spcBef>
                <a:spcPts val="0"/>
              </a:spcBef>
              <a:spcAft>
                <a:spcPts val="0"/>
              </a:spcAft>
              <a:buSzPct val="100000"/>
              <a:buAutoNum type="arabicPeriod"/>
            </a:pPr>
            <a:r>
              <a:rPr lang="en"/>
              <a:t>Systolic Array RTL Simulation</a:t>
            </a:r>
            <a:endParaRPr/>
          </a:p>
          <a:p>
            <a:pPr indent="-308610" lvl="0" marL="457200" rtl="0" algn="l">
              <a:lnSpc>
                <a:spcPct val="115000"/>
              </a:lnSpc>
              <a:spcBef>
                <a:spcPts val="0"/>
              </a:spcBef>
              <a:spcAft>
                <a:spcPts val="0"/>
              </a:spcAft>
              <a:buSzPct val="100000"/>
              <a:buAutoNum type="arabicPeriod"/>
            </a:pPr>
            <a:r>
              <a:rPr lang="en"/>
              <a:t>Systolic Array FPGA Testing</a:t>
            </a:r>
            <a:endParaRPr/>
          </a:p>
          <a:p>
            <a:pPr indent="-308610" lvl="0" marL="457200" rtl="0" algn="l">
              <a:lnSpc>
                <a:spcPct val="115000"/>
              </a:lnSpc>
              <a:spcBef>
                <a:spcPts val="0"/>
              </a:spcBef>
              <a:spcAft>
                <a:spcPts val="0"/>
              </a:spcAft>
              <a:buSzPct val="100000"/>
              <a:buAutoNum type="arabicPeriod"/>
            </a:pPr>
            <a:r>
              <a:rPr lang="en"/>
              <a:t>PE Controller</a:t>
            </a:r>
            <a:endParaRPr/>
          </a:p>
          <a:p>
            <a:pPr indent="-308610" lvl="0" marL="457200" rtl="0" algn="l">
              <a:lnSpc>
                <a:spcPct val="115000"/>
              </a:lnSpc>
              <a:spcBef>
                <a:spcPts val="0"/>
              </a:spcBef>
              <a:spcAft>
                <a:spcPts val="0"/>
              </a:spcAft>
              <a:buSzPct val="100000"/>
              <a:buAutoNum type="arabicPeriod"/>
            </a:pPr>
            <a:r>
              <a:rPr lang="en"/>
              <a:t>PE Controller FSM Structure and Operation</a:t>
            </a:r>
            <a:endParaRPr/>
          </a:p>
          <a:p>
            <a:pPr indent="-308610" lvl="0" marL="457200" rtl="0" algn="l">
              <a:lnSpc>
                <a:spcPct val="115000"/>
              </a:lnSpc>
              <a:spcBef>
                <a:spcPts val="0"/>
              </a:spcBef>
              <a:spcAft>
                <a:spcPts val="0"/>
              </a:spcAft>
              <a:buSzPct val="100000"/>
              <a:buAutoNum type="arabicPeriod"/>
            </a:pPr>
            <a:r>
              <a:rPr lang="en"/>
              <a:t>BRAM, MicroBlaze, PE Controller FSM Interface</a:t>
            </a:r>
            <a:endParaRPr/>
          </a:p>
          <a:p>
            <a:pPr indent="-308610" lvl="0" marL="457200" rtl="0" algn="l">
              <a:lnSpc>
                <a:spcPct val="115000"/>
              </a:lnSpc>
              <a:spcBef>
                <a:spcPts val="0"/>
              </a:spcBef>
              <a:spcAft>
                <a:spcPts val="0"/>
              </a:spcAft>
              <a:buSzPct val="100000"/>
              <a:buAutoNum type="arabicPeriod"/>
            </a:pPr>
            <a:r>
              <a:rPr lang="en"/>
              <a:t>PE Controller Testing and Verification</a:t>
            </a:r>
            <a:endParaRPr/>
          </a:p>
          <a:p>
            <a:pPr indent="-308610" lvl="0" marL="457200" rtl="0" algn="l">
              <a:lnSpc>
                <a:spcPct val="115000"/>
              </a:lnSpc>
              <a:spcBef>
                <a:spcPts val="0"/>
              </a:spcBef>
              <a:spcAft>
                <a:spcPts val="0"/>
              </a:spcAft>
              <a:buSzPct val="100000"/>
              <a:buAutoNum type="arabicPeriod"/>
            </a:pPr>
            <a:r>
              <a:rPr lang="en"/>
              <a:t>Integration with Microblaze.</a:t>
            </a:r>
            <a:endParaRPr/>
          </a:p>
          <a:p>
            <a:pPr indent="-308610" lvl="0" marL="457200" rtl="0" algn="l">
              <a:lnSpc>
                <a:spcPct val="115000"/>
              </a:lnSpc>
              <a:spcBef>
                <a:spcPts val="0"/>
              </a:spcBef>
              <a:spcAft>
                <a:spcPts val="0"/>
              </a:spcAft>
              <a:buSzPct val="100000"/>
              <a:buAutoNum type="arabicPeriod"/>
            </a:pPr>
            <a:r>
              <a:rPr lang="en"/>
              <a:t>Block View from Vivado and Memory Mappings.</a:t>
            </a:r>
            <a:endParaRPr/>
          </a:p>
          <a:p>
            <a:pPr indent="-308610" lvl="0" marL="457200" rtl="0" algn="l">
              <a:lnSpc>
                <a:spcPct val="115000"/>
              </a:lnSpc>
              <a:spcBef>
                <a:spcPts val="0"/>
              </a:spcBef>
              <a:spcAft>
                <a:spcPts val="0"/>
              </a:spcAft>
              <a:buSzPct val="100000"/>
              <a:buAutoNum type="arabicPeriod"/>
            </a:pPr>
            <a:r>
              <a:rPr lang="en"/>
              <a:t>Performance Evaluation</a:t>
            </a:r>
            <a:endParaRPr/>
          </a:p>
          <a:p>
            <a:pPr indent="-308610" lvl="0" marL="457200" rtl="0" algn="l">
              <a:lnSpc>
                <a:spcPct val="115000"/>
              </a:lnSpc>
              <a:spcBef>
                <a:spcPts val="0"/>
              </a:spcBef>
              <a:spcAft>
                <a:spcPts val="0"/>
              </a:spcAft>
              <a:buSzPct val="100000"/>
              <a:buAutoNum type="arabicPeriod"/>
            </a:pPr>
            <a:r>
              <a:rPr lang="en"/>
              <a:t>Discussion and Improvements</a:t>
            </a:r>
            <a:endParaRPr/>
          </a:p>
          <a:p>
            <a:pPr indent="-308610" lvl="0" marL="457200" rtl="0" algn="l">
              <a:lnSpc>
                <a:spcPct val="115000"/>
              </a:lnSpc>
              <a:spcBef>
                <a:spcPts val="0"/>
              </a:spcBef>
              <a:spcAft>
                <a:spcPts val="0"/>
              </a:spcAft>
              <a:buSzPct val="100000"/>
              <a:buAutoNum type="arabicPeriod"/>
            </a:pPr>
            <a:r>
              <a:rPr lang="en"/>
              <a:t>Recorded Demo</a:t>
            </a:r>
            <a:endParaRPr/>
          </a:p>
        </p:txBody>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and Background</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b="1" lang="en" sz="1700"/>
              <a:t>The Problem: The Memory Wall</a:t>
            </a:r>
            <a:endParaRPr b="1" sz="1700"/>
          </a:p>
          <a:p>
            <a:pPr indent="-298450" lvl="0" marL="457200" rtl="0" algn="l">
              <a:spcBef>
                <a:spcPts val="1200"/>
              </a:spcBef>
              <a:spcAft>
                <a:spcPts val="0"/>
              </a:spcAft>
              <a:buSzPts val="1100"/>
              <a:buChar char="-"/>
            </a:pPr>
            <a:r>
              <a:rPr lang="en" sz="1700"/>
              <a:t>Modern workloads (Neural Networks, DSP) are bottlenecked by data transfer, not compute speed.</a:t>
            </a:r>
            <a:endParaRPr sz="1700"/>
          </a:p>
          <a:p>
            <a:pPr indent="-298450" lvl="0" marL="457200" rtl="0" algn="l">
              <a:spcBef>
                <a:spcPts val="0"/>
              </a:spcBef>
              <a:spcAft>
                <a:spcPts val="0"/>
              </a:spcAft>
              <a:buSzPts val="1100"/>
              <a:buChar char="-"/>
            </a:pPr>
            <a:r>
              <a:rPr lang="en" sz="1700"/>
              <a:t>General-purpose processors waste clock cycles waiting for memory because they read the same matrix elements multiple times.</a:t>
            </a:r>
            <a:endParaRPr sz="1700"/>
          </a:p>
          <a:p>
            <a:pPr indent="-336550" lvl="0" marL="457200" rtl="0" algn="l">
              <a:spcBef>
                <a:spcPts val="0"/>
              </a:spcBef>
              <a:spcAft>
                <a:spcPts val="0"/>
              </a:spcAft>
              <a:buSzPts val="1700"/>
              <a:buChar char="-"/>
            </a:pPr>
            <a:r>
              <a:rPr lang="en" sz="1700"/>
              <a:t>Existing</a:t>
            </a:r>
            <a:r>
              <a:rPr lang="en" sz="1700"/>
              <a:t> Solutions / limitations </a:t>
            </a:r>
            <a:endParaRPr sz="1700"/>
          </a:p>
          <a:p>
            <a:pPr indent="-336550" lvl="1" marL="914400" rtl="0" algn="l">
              <a:spcBef>
                <a:spcPts val="0"/>
              </a:spcBef>
              <a:spcAft>
                <a:spcPts val="0"/>
              </a:spcAft>
              <a:buSzPts val="1700"/>
              <a:buChar char="-"/>
            </a:pPr>
            <a:r>
              <a:rPr lang="en" sz="1700"/>
              <a:t>Software Tiling: Requires heavy manual optimization by the programmer</a:t>
            </a:r>
            <a:endParaRPr sz="1700"/>
          </a:p>
          <a:p>
            <a:pPr indent="-336550" lvl="1" marL="914400" rtl="0" algn="l">
              <a:spcBef>
                <a:spcPts val="0"/>
              </a:spcBef>
              <a:spcAft>
                <a:spcPts val="0"/>
              </a:spcAft>
              <a:buSzPts val="1700"/>
              <a:buChar char="-"/>
            </a:pPr>
            <a:r>
              <a:rPr lang="en" sz="1700"/>
              <a:t>SIMD (Vector Processing): large matrices still exceed cache limits and force slow memory reads.</a:t>
            </a:r>
            <a:endParaRPr sz="1700"/>
          </a:p>
          <a:p>
            <a:pPr indent="0" lvl="0" marL="0" rtl="0" algn="l">
              <a:spcBef>
                <a:spcPts val="1200"/>
              </a:spcBef>
              <a:spcAft>
                <a:spcPts val="1200"/>
              </a:spcAft>
              <a:buNone/>
            </a:pPr>
            <a:r>
              <a:t/>
            </a:r>
            <a:endParaRPr/>
          </a:p>
        </p:txBody>
      </p:sp>
      <p:sp>
        <p:nvSpPr>
          <p:cNvPr id="70" name="Google Shape;7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Statement</a:t>
            </a:r>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Our design will address the Von Neumann bottleneck, which refers to the use of single bus to process both instruction and data operations. This bottleneck results in high power consumption and many idle cycles. </a:t>
            </a:r>
            <a:endParaRPr/>
          </a:p>
          <a:p>
            <a:pPr indent="-342900" lvl="0" marL="457200" rtl="0" algn="l">
              <a:spcBef>
                <a:spcPts val="0"/>
              </a:spcBef>
              <a:spcAft>
                <a:spcPts val="0"/>
              </a:spcAft>
              <a:buSzPts val="1800"/>
              <a:buChar char="-"/>
            </a:pPr>
            <a:r>
              <a:rPr lang="en"/>
              <a:t>We are creating an embedded hardware accelerator that minimizes memory bandwidth through data </a:t>
            </a:r>
            <a:r>
              <a:rPr lang="en"/>
              <a:t>reuse</a:t>
            </a:r>
            <a:r>
              <a:rPr lang="en"/>
              <a:t>. </a:t>
            </a:r>
            <a:endParaRPr/>
          </a:p>
        </p:txBody>
      </p:sp>
      <p:sp>
        <p:nvSpPr>
          <p:cNvPr id="77" name="Google Shape;7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Proposed approach</a:t>
            </a:r>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sz="2000"/>
              <a:t>Systolic array for matrix multiplication </a:t>
            </a:r>
            <a:endParaRPr sz="2000"/>
          </a:p>
          <a:p>
            <a:pPr indent="-355600" lvl="0" marL="457200" rtl="0" algn="l">
              <a:spcBef>
                <a:spcPts val="0"/>
              </a:spcBef>
              <a:spcAft>
                <a:spcPts val="0"/>
              </a:spcAft>
              <a:buSzPts val="2000"/>
              <a:buChar char="-"/>
            </a:pPr>
            <a:r>
              <a:rPr lang="en" sz="2000"/>
              <a:t>Divided into three teams</a:t>
            </a:r>
            <a:endParaRPr sz="2000"/>
          </a:p>
          <a:p>
            <a:pPr indent="-330200" lvl="1" marL="914400" rtl="0" algn="l">
              <a:spcBef>
                <a:spcPts val="0"/>
              </a:spcBef>
              <a:spcAft>
                <a:spcPts val="0"/>
              </a:spcAft>
              <a:buSzPts val="1600"/>
              <a:buChar char="-"/>
            </a:pPr>
            <a:r>
              <a:rPr lang="en" sz="1600"/>
              <a:t>Team 1: Systolic Array</a:t>
            </a:r>
            <a:endParaRPr sz="1600"/>
          </a:p>
          <a:p>
            <a:pPr indent="-330200" lvl="2" marL="1371600" rtl="0" algn="l">
              <a:spcBef>
                <a:spcPts val="0"/>
              </a:spcBef>
              <a:spcAft>
                <a:spcPts val="0"/>
              </a:spcAft>
              <a:buSzPts val="1600"/>
              <a:buChar char="-"/>
            </a:pPr>
            <a:r>
              <a:rPr lang="en" sz="1600"/>
              <a:t>Implementing</a:t>
            </a:r>
            <a:r>
              <a:rPr lang="en" sz="1600"/>
              <a:t> processing elements, and the data skewing / </a:t>
            </a:r>
            <a:r>
              <a:rPr lang="en" sz="1600"/>
              <a:t>alignment</a:t>
            </a:r>
            <a:r>
              <a:rPr lang="en" sz="1600"/>
              <a:t> logic </a:t>
            </a:r>
            <a:endParaRPr sz="1600"/>
          </a:p>
          <a:p>
            <a:pPr indent="-330200" lvl="1" marL="914400" rtl="0" algn="l">
              <a:spcBef>
                <a:spcPts val="0"/>
              </a:spcBef>
              <a:spcAft>
                <a:spcPts val="0"/>
              </a:spcAft>
              <a:buSzPts val="1600"/>
              <a:buChar char="-"/>
            </a:pPr>
            <a:r>
              <a:rPr lang="en" sz="1600"/>
              <a:t>Team 2: PE controller </a:t>
            </a:r>
            <a:endParaRPr sz="1600"/>
          </a:p>
          <a:p>
            <a:pPr indent="-330200" lvl="2" marL="1371600" rtl="0" algn="l">
              <a:spcBef>
                <a:spcPts val="0"/>
              </a:spcBef>
              <a:spcAft>
                <a:spcPts val="0"/>
              </a:spcAft>
              <a:buSzPts val="1600"/>
              <a:buChar char="-"/>
            </a:pPr>
            <a:r>
              <a:rPr lang="en" sz="1600"/>
              <a:t>This team handles the control path, memory addressing, and data orchestration.</a:t>
            </a:r>
            <a:endParaRPr sz="1600"/>
          </a:p>
          <a:p>
            <a:pPr indent="-330200" lvl="1" marL="914400" rtl="0" algn="l">
              <a:spcBef>
                <a:spcPts val="0"/>
              </a:spcBef>
              <a:spcAft>
                <a:spcPts val="0"/>
              </a:spcAft>
              <a:buSzPts val="1600"/>
              <a:buChar char="-"/>
            </a:pPr>
            <a:r>
              <a:rPr lang="en" sz="1600"/>
              <a:t>Team 3: Microblaze and Vivado Integration</a:t>
            </a:r>
            <a:r>
              <a:rPr lang="en" sz="1600"/>
              <a:t> </a:t>
            </a:r>
            <a:endParaRPr sz="1600"/>
          </a:p>
          <a:p>
            <a:pPr indent="-330200" lvl="2" marL="1371600" rtl="0" algn="l">
              <a:spcBef>
                <a:spcPts val="0"/>
              </a:spcBef>
              <a:spcAft>
                <a:spcPts val="0"/>
              </a:spcAft>
              <a:buSzPts val="1600"/>
              <a:buChar char="-"/>
            </a:pPr>
            <a:r>
              <a:rPr lang="en" sz="1600"/>
              <a:t>Handles the overall integration of the Accelerator with the Microblaze System </a:t>
            </a:r>
            <a:r>
              <a:rPr lang="en" sz="1600">
                <a:solidFill>
                  <a:srgbClr val="FF0000"/>
                </a:solidFill>
              </a:rPr>
              <a:t> </a:t>
            </a:r>
            <a:endParaRPr sz="1600">
              <a:solidFill>
                <a:srgbClr val="FF0000"/>
              </a:solidFill>
            </a:endParaRPr>
          </a:p>
        </p:txBody>
      </p:sp>
      <p:sp>
        <p:nvSpPr>
          <p:cNvPr id="84" name="Google Shape;8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Overview</a:t>
            </a:r>
            <a:endParaRPr/>
          </a:p>
        </p:txBody>
      </p:sp>
      <p:pic>
        <p:nvPicPr>
          <p:cNvPr id="90" name="Google Shape;90;p18" title="Untitled Diagram.drawio (1).png"/>
          <p:cNvPicPr preferRelativeResize="0"/>
          <p:nvPr/>
        </p:nvPicPr>
        <p:blipFill>
          <a:blip r:embed="rId3">
            <a:alphaModFix/>
          </a:blip>
          <a:stretch>
            <a:fillRect/>
          </a:stretch>
        </p:blipFill>
        <p:spPr>
          <a:xfrm>
            <a:off x="4830950" y="958175"/>
            <a:ext cx="4194874" cy="3567501"/>
          </a:xfrm>
          <a:prstGeom prst="rect">
            <a:avLst/>
          </a:prstGeom>
          <a:noFill/>
          <a:ln>
            <a:noFill/>
          </a:ln>
        </p:spPr>
      </p:pic>
      <p:sp>
        <p:nvSpPr>
          <p:cNvPr id="91" name="Google Shape;91;p18"/>
          <p:cNvSpPr txBox="1"/>
          <p:nvPr/>
        </p:nvSpPr>
        <p:spPr>
          <a:xfrm>
            <a:off x="44625" y="1017725"/>
            <a:ext cx="4644900" cy="37737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Char char="●"/>
            </a:pPr>
            <a:r>
              <a:rPr lang="en" sz="1600">
                <a:solidFill>
                  <a:schemeClr val="dk2"/>
                </a:solidFill>
              </a:rPr>
              <a:t>Processor sends data to Dual Ported BRAM via AXI interface</a:t>
            </a:r>
            <a:endParaRPr sz="1600">
              <a:solidFill>
                <a:schemeClr val="dk2"/>
              </a:solidFill>
            </a:endParaRPr>
          </a:p>
          <a:p>
            <a:pPr indent="0" lvl="0" marL="457200" rtl="0" algn="l">
              <a:spcBef>
                <a:spcPts val="0"/>
              </a:spcBef>
              <a:spcAft>
                <a:spcPts val="0"/>
              </a:spcAft>
              <a:buNone/>
            </a:pPr>
            <a:r>
              <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Processor Configures the Control Registers</a:t>
            </a:r>
            <a:endParaRPr sz="1600">
              <a:solidFill>
                <a:schemeClr val="dk2"/>
              </a:solidFill>
            </a:endParaRPr>
          </a:p>
          <a:p>
            <a:pPr indent="0" lvl="0" marL="457200" rtl="0" algn="l">
              <a:spcBef>
                <a:spcPts val="0"/>
              </a:spcBef>
              <a:spcAft>
                <a:spcPts val="0"/>
              </a:spcAft>
              <a:buNone/>
            </a:pPr>
            <a:r>
              <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PE control observes the values of control registers and sends data from Dual Ported BRAM to systolic Array, and copies result back to BRAM</a:t>
            </a:r>
            <a:endParaRPr sz="1600">
              <a:solidFill>
                <a:schemeClr val="dk2"/>
              </a:solidFill>
            </a:endParaRPr>
          </a:p>
          <a:p>
            <a:pPr indent="0" lvl="0" marL="457200" rtl="0" algn="l">
              <a:spcBef>
                <a:spcPts val="0"/>
              </a:spcBef>
              <a:spcAft>
                <a:spcPts val="0"/>
              </a:spcAft>
              <a:buNone/>
            </a:pPr>
            <a:r>
              <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After Computation PE controller sets the control registers indicating result is present in Dual Ported BRAM for CPU to use</a:t>
            </a:r>
            <a:br>
              <a:rPr lang="en" sz="1600">
                <a:solidFill>
                  <a:schemeClr val="dk2"/>
                </a:solidFill>
              </a:rPr>
            </a:br>
            <a:br>
              <a:rPr lang="en" sz="1600">
                <a:solidFill>
                  <a:schemeClr val="dk2"/>
                </a:solidFill>
              </a:rPr>
            </a:br>
            <a:endParaRPr sz="1600">
              <a:solidFill>
                <a:schemeClr val="dk2"/>
              </a:solidFill>
            </a:endParaRPr>
          </a:p>
        </p:txBody>
      </p:sp>
      <p:sp>
        <p:nvSpPr>
          <p:cNvPr id="92" name="Google Shape;9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990"/>
              <a:buFont typeface="Arial"/>
              <a:buNone/>
            </a:pPr>
            <a:r>
              <a:rPr lang="en" sz="3720"/>
              <a:t>How does a systolic array work?</a:t>
            </a:r>
            <a:endParaRPr sz="3720"/>
          </a:p>
          <a:p>
            <a:pPr indent="0" lvl="0" marL="0" rtl="0" algn="ctr">
              <a:spcBef>
                <a:spcPts val="0"/>
              </a:spcBef>
              <a:spcAft>
                <a:spcPts val="0"/>
              </a:spcAft>
              <a:buSzPts val="990"/>
              <a:buNone/>
            </a:pPr>
            <a:r>
              <a:t/>
            </a:r>
            <a:endParaRPr sz="3720"/>
          </a:p>
        </p:txBody>
      </p:sp>
      <p:pic>
        <p:nvPicPr>
          <p:cNvPr id="98" name="Google Shape;98;p19"/>
          <p:cNvPicPr preferRelativeResize="0"/>
          <p:nvPr/>
        </p:nvPicPr>
        <p:blipFill>
          <a:blip r:embed="rId3">
            <a:alphaModFix/>
          </a:blip>
          <a:stretch>
            <a:fillRect/>
          </a:stretch>
        </p:blipFill>
        <p:spPr>
          <a:xfrm>
            <a:off x="451553" y="1603114"/>
            <a:ext cx="3435176" cy="1195250"/>
          </a:xfrm>
          <a:prstGeom prst="rect">
            <a:avLst/>
          </a:prstGeom>
          <a:noFill/>
          <a:ln>
            <a:noFill/>
          </a:ln>
        </p:spPr>
      </p:pic>
      <p:pic>
        <p:nvPicPr>
          <p:cNvPr id="99" name="Google Shape;99;p19"/>
          <p:cNvPicPr preferRelativeResize="0"/>
          <p:nvPr/>
        </p:nvPicPr>
        <p:blipFill>
          <a:blip r:embed="rId4">
            <a:alphaModFix/>
          </a:blip>
          <a:stretch>
            <a:fillRect/>
          </a:stretch>
        </p:blipFill>
        <p:spPr>
          <a:xfrm>
            <a:off x="4206728" y="2015830"/>
            <a:ext cx="1085025" cy="392175"/>
          </a:xfrm>
          <a:prstGeom prst="rect">
            <a:avLst/>
          </a:prstGeom>
          <a:noFill/>
          <a:ln>
            <a:noFill/>
          </a:ln>
        </p:spPr>
      </p:pic>
      <p:pic>
        <p:nvPicPr>
          <p:cNvPr id="100" name="Google Shape;100;p19"/>
          <p:cNvPicPr preferRelativeResize="0"/>
          <p:nvPr/>
        </p:nvPicPr>
        <p:blipFill>
          <a:blip r:embed="rId5">
            <a:alphaModFix/>
          </a:blip>
          <a:stretch>
            <a:fillRect/>
          </a:stretch>
        </p:blipFill>
        <p:spPr>
          <a:xfrm>
            <a:off x="684643" y="3218945"/>
            <a:ext cx="2191668" cy="1031375"/>
          </a:xfrm>
          <a:prstGeom prst="rect">
            <a:avLst/>
          </a:prstGeom>
          <a:noFill/>
          <a:ln>
            <a:noFill/>
          </a:ln>
        </p:spPr>
      </p:pic>
      <p:pic>
        <p:nvPicPr>
          <p:cNvPr id="101" name="Google Shape;101;p19"/>
          <p:cNvPicPr preferRelativeResize="0"/>
          <p:nvPr/>
        </p:nvPicPr>
        <p:blipFill>
          <a:blip r:embed="rId6">
            <a:alphaModFix/>
          </a:blip>
          <a:stretch>
            <a:fillRect/>
          </a:stretch>
        </p:blipFill>
        <p:spPr>
          <a:xfrm>
            <a:off x="3140839" y="3215059"/>
            <a:ext cx="2225176" cy="1070225"/>
          </a:xfrm>
          <a:prstGeom prst="rect">
            <a:avLst/>
          </a:prstGeom>
          <a:noFill/>
          <a:ln>
            <a:noFill/>
          </a:ln>
        </p:spPr>
      </p:pic>
      <p:sp>
        <p:nvSpPr>
          <p:cNvPr id="102" name="Google Shape;10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Writing the data</a:t>
            </a:r>
            <a:endParaRPr/>
          </a:p>
        </p:txBody>
      </p:sp>
      <p:pic>
        <p:nvPicPr>
          <p:cNvPr id="108" name="Google Shape;108;p20"/>
          <p:cNvPicPr preferRelativeResize="0"/>
          <p:nvPr/>
        </p:nvPicPr>
        <p:blipFill>
          <a:blip r:embed="rId3">
            <a:alphaModFix/>
          </a:blip>
          <a:stretch>
            <a:fillRect/>
          </a:stretch>
        </p:blipFill>
        <p:spPr>
          <a:xfrm>
            <a:off x="719858" y="3261834"/>
            <a:ext cx="1833772" cy="565144"/>
          </a:xfrm>
          <a:prstGeom prst="rect">
            <a:avLst/>
          </a:prstGeom>
          <a:noFill/>
          <a:ln>
            <a:noFill/>
          </a:ln>
        </p:spPr>
      </p:pic>
      <p:pic>
        <p:nvPicPr>
          <p:cNvPr id="109" name="Google Shape;109;p20"/>
          <p:cNvPicPr preferRelativeResize="0"/>
          <p:nvPr/>
        </p:nvPicPr>
        <p:blipFill>
          <a:blip r:embed="rId4">
            <a:alphaModFix/>
          </a:blip>
          <a:stretch>
            <a:fillRect/>
          </a:stretch>
        </p:blipFill>
        <p:spPr>
          <a:xfrm>
            <a:off x="3337538" y="1935693"/>
            <a:ext cx="1058800" cy="982545"/>
          </a:xfrm>
          <a:prstGeom prst="rect">
            <a:avLst/>
          </a:prstGeom>
          <a:noFill/>
          <a:ln>
            <a:noFill/>
          </a:ln>
        </p:spPr>
      </p:pic>
      <p:pic>
        <p:nvPicPr>
          <p:cNvPr id="110" name="Google Shape;110;p20"/>
          <p:cNvPicPr preferRelativeResize="0"/>
          <p:nvPr/>
        </p:nvPicPr>
        <p:blipFill>
          <a:blip r:embed="rId5">
            <a:alphaModFix/>
          </a:blip>
          <a:stretch>
            <a:fillRect/>
          </a:stretch>
        </p:blipFill>
        <p:spPr>
          <a:xfrm>
            <a:off x="1271366" y="3078787"/>
            <a:ext cx="688649" cy="159958"/>
          </a:xfrm>
          <a:prstGeom prst="rect">
            <a:avLst/>
          </a:prstGeom>
          <a:noFill/>
          <a:ln>
            <a:noFill/>
          </a:ln>
        </p:spPr>
      </p:pic>
      <p:pic>
        <p:nvPicPr>
          <p:cNvPr id="111" name="Google Shape;111;p20"/>
          <p:cNvPicPr preferRelativeResize="0"/>
          <p:nvPr/>
        </p:nvPicPr>
        <p:blipFill>
          <a:blip r:embed="rId6">
            <a:alphaModFix/>
          </a:blip>
          <a:stretch>
            <a:fillRect/>
          </a:stretch>
        </p:blipFill>
        <p:spPr>
          <a:xfrm>
            <a:off x="3403614" y="1701687"/>
            <a:ext cx="842869" cy="195767"/>
          </a:xfrm>
          <a:prstGeom prst="rect">
            <a:avLst/>
          </a:prstGeom>
          <a:noFill/>
          <a:ln>
            <a:noFill/>
          </a:ln>
        </p:spPr>
      </p:pic>
      <p:sp>
        <p:nvSpPr>
          <p:cNvPr id="112" name="Google Shape;112;p20"/>
          <p:cNvSpPr/>
          <p:nvPr/>
        </p:nvSpPr>
        <p:spPr>
          <a:xfrm>
            <a:off x="3107853" y="3216928"/>
            <a:ext cx="1517700" cy="687000"/>
          </a:xfrm>
          <a:prstGeom prst="rect">
            <a:avLst/>
          </a:prstGeom>
          <a:solidFill>
            <a:srgbClr val="3C78D8"/>
          </a:solidFill>
          <a:ln cap="flat" cmpd="sng" w="8550">
            <a:solidFill>
              <a:schemeClr val="dk2"/>
            </a:solidFill>
            <a:prstDash val="solid"/>
            <a:round/>
            <a:headEnd len="sm" w="sm" type="none"/>
            <a:tailEnd len="sm" w="sm" type="none"/>
          </a:ln>
        </p:spPr>
        <p:txBody>
          <a:bodyPr anchorCtr="0" anchor="ctr" bIns="82150" lIns="82150" spcFirstLastPara="1" rIns="82150" wrap="square" tIns="82150">
            <a:noAutofit/>
          </a:bodyPr>
          <a:lstStyle/>
          <a:p>
            <a:pPr indent="0" lvl="0" marL="0" rtl="0" algn="ctr">
              <a:spcBef>
                <a:spcPts val="0"/>
              </a:spcBef>
              <a:spcAft>
                <a:spcPts val="0"/>
              </a:spcAft>
              <a:buNone/>
            </a:pPr>
            <a:r>
              <a:rPr lang="en" sz="1258"/>
              <a:t>Systolic Array Module</a:t>
            </a:r>
            <a:endParaRPr sz="1258"/>
          </a:p>
        </p:txBody>
      </p:sp>
      <p:cxnSp>
        <p:nvCxnSpPr>
          <p:cNvPr id="113" name="Google Shape;113;p20"/>
          <p:cNvCxnSpPr>
            <a:stCxn id="108" idx="3"/>
            <a:endCxn id="112" idx="1"/>
          </p:cNvCxnSpPr>
          <p:nvPr/>
        </p:nvCxnSpPr>
        <p:spPr>
          <a:xfrm>
            <a:off x="2553631" y="3544406"/>
            <a:ext cx="554100" cy="15900"/>
          </a:xfrm>
          <a:prstGeom prst="straightConnector1">
            <a:avLst/>
          </a:prstGeom>
          <a:noFill/>
          <a:ln cap="flat" cmpd="sng" w="8550">
            <a:solidFill>
              <a:schemeClr val="dk2"/>
            </a:solidFill>
            <a:prstDash val="solid"/>
            <a:round/>
            <a:headEnd len="med" w="med" type="none"/>
            <a:tailEnd len="med" w="med" type="triangle"/>
          </a:ln>
        </p:spPr>
      </p:cxnSp>
      <p:cxnSp>
        <p:nvCxnSpPr>
          <p:cNvPr id="114" name="Google Shape;114;p20"/>
          <p:cNvCxnSpPr>
            <a:stCxn id="109" idx="2"/>
            <a:endCxn id="112" idx="0"/>
          </p:cNvCxnSpPr>
          <p:nvPr/>
        </p:nvCxnSpPr>
        <p:spPr>
          <a:xfrm flipH="1">
            <a:off x="3866638" y="2918238"/>
            <a:ext cx="300" cy="298800"/>
          </a:xfrm>
          <a:prstGeom prst="straightConnector1">
            <a:avLst/>
          </a:prstGeom>
          <a:noFill/>
          <a:ln cap="flat" cmpd="sng" w="8550">
            <a:solidFill>
              <a:schemeClr val="dk2"/>
            </a:solidFill>
            <a:prstDash val="solid"/>
            <a:round/>
            <a:headEnd len="med" w="med" type="none"/>
            <a:tailEnd len="med" w="med" type="triangle"/>
          </a:ln>
        </p:spPr>
      </p:cxnSp>
      <p:pic>
        <p:nvPicPr>
          <p:cNvPr id="115" name="Google Shape;115;p20"/>
          <p:cNvPicPr preferRelativeResize="0"/>
          <p:nvPr/>
        </p:nvPicPr>
        <p:blipFill>
          <a:blip r:embed="rId7">
            <a:alphaModFix/>
          </a:blip>
          <a:stretch>
            <a:fillRect/>
          </a:stretch>
        </p:blipFill>
        <p:spPr>
          <a:xfrm>
            <a:off x="6345329" y="1586666"/>
            <a:ext cx="1804233" cy="730242"/>
          </a:xfrm>
          <a:prstGeom prst="rect">
            <a:avLst/>
          </a:prstGeom>
          <a:noFill/>
          <a:ln>
            <a:noFill/>
          </a:ln>
        </p:spPr>
      </p:pic>
      <p:sp>
        <p:nvSpPr>
          <p:cNvPr id="116" name="Google Shape;116;p20"/>
          <p:cNvSpPr/>
          <p:nvPr/>
        </p:nvSpPr>
        <p:spPr>
          <a:xfrm>
            <a:off x="6702667" y="1620829"/>
            <a:ext cx="1067700" cy="660600"/>
          </a:xfrm>
          <a:prstGeom prst="rect">
            <a:avLst/>
          </a:prstGeom>
          <a:solidFill>
            <a:schemeClr val="accent4"/>
          </a:solidFill>
          <a:ln cap="flat" cmpd="sng" w="4750">
            <a:solidFill>
              <a:schemeClr val="dk2"/>
            </a:solidFill>
            <a:prstDash val="solid"/>
            <a:round/>
            <a:headEnd len="sm" w="sm" type="none"/>
            <a:tailEnd len="sm" w="sm" type="none"/>
          </a:ln>
        </p:spPr>
        <p:txBody>
          <a:bodyPr anchorCtr="0" anchor="ctr" bIns="45525" lIns="45525" spcFirstLastPara="1" rIns="45525" wrap="square" tIns="45525">
            <a:noAutofit/>
          </a:bodyPr>
          <a:lstStyle/>
          <a:p>
            <a:pPr indent="0" lvl="0" marL="0" rtl="0" algn="ctr">
              <a:spcBef>
                <a:spcPts val="0"/>
              </a:spcBef>
              <a:spcAft>
                <a:spcPts val="0"/>
              </a:spcAft>
              <a:buNone/>
            </a:pPr>
            <a:r>
              <a:rPr lang="en" sz="697"/>
              <a:t>FIFO</a:t>
            </a:r>
            <a:br>
              <a:rPr lang="en" sz="697"/>
            </a:br>
            <a:r>
              <a:rPr lang="en" sz="697"/>
              <a:t>DEPTH=4</a:t>
            </a:r>
            <a:endParaRPr sz="697"/>
          </a:p>
        </p:txBody>
      </p:sp>
      <p:pic>
        <p:nvPicPr>
          <p:cNvPr id="117" name="Google Shape;117;p20"/>
          <p:cNvPicPr preferRelativeResize="0"/>
          <p:nvPr/>
        </p:nvPicPr>
        <p:blipFill>
          <a:blip r:embed="rId8">
            <a:alphaModFix/>
          </a:blip>
          <a:stretch>
            <a:fillRect/>
          </a:stretch>
        </p:blipFill>
        <p:spPr>
          <a:xfrm>
            <a:off x="6765444" y="2167241"/>
            <a:ext cx="963751" cy="76908"/>
          </a:xfrm>
          <a:prstGeom prst="rect">
            <a:avLst/>
          </a:prstGeom>
          <a:noFill/>
          <a:ln>
            <a:noFill/>
          </a:ln>
        </p:spPr>
      </p:pic>
      <p:pic>
        <p:nvPicPr>
          <p:cNvPr id="118" name="Google Shape;118;p20"/>
          <p:cNvPicPr preferRelativeResize="0"/>
          <p:nvPr/>
        </p:nvPicPr>
        <p:blipFill>
          <a:blip r:embed="rId7">
            <a:alphaModFix/>
          </a:blip>
          <a:stretch>
            <a:fillRect/>
          </a:stretch>
        </p:blipFill>
        <p:spPr>
          <a:xfrm>
            <a:off x="6345329" y="2321842"/>
            <a:ext cx="1804233" cy="730242"/>
          </a:xfrm>
          <a:prstGeom prst="rect">
            <a:avLst/>
          </a:prstGeom>
          <a:noFill/>
          <a:ln>
            <a:noFill/>
          </a:ln>
        </p:spPr>
      </p:pic>
      <p:sp>
        <p:nvSpPr>
          <p:cNvPr id="119" name="Google Shape;119;p20"/>
          <p:cNvSpPr/>
          <p:nvPr/>
        </p:nvSpPr>
        <p:spPr>
          <a:xfrm>
            <a:off x="6702667" y="2356006"/>
            <a:ext cx="1067700" cy="660600"/>
          </a:xfrm>
          <a:prstGeom prst="rect">
            <a:avLst/>
          </a:prstGeom>
          <a:solidFill>
            <a:schemeClr val="accent4"/>
          </a:solidFill>
          <a:ln cap="flat" cmpd="sng" w="4750">
            <a:solidFill>
              <a:schemeClr val="dk2"/>
            </a:solidFill>
            <a:prstDash val="solid"/>
            <a:round/>
            <a:headEnd len="sm" w="sm" type="none"/>
            <a:tailEnd len="sm" w="sm" type="none"/>
          </a:ln>
        </p:spPr>
        <p:txBody>
          <a:bodyPr anchorCtr="0" anchor="ctr" bIns="45525" lIns="45525" spcFirstLastPara="1" rIns="45525" wrap="square" tIns="45525">
            <a:noAutofit/>
          </a:bodyPr>
          <a:lstStyle/>
          <a:p>
            <a:pPr indent="0" lvl="0" marL="0" rtl="0" algn="ctr">
              <a:spcBef>
                <a:spcPts val="0"/>
              </a:spcBef>
              <a:spcAft>
                <a:spcPts val="0"/>
              </a:spcAft>
              <a:buNone/>
            </a:pPr>
            <a:r>
              <a:rPr lang="en" sz="697"/>
              <a:t>FIFO</a:t>
            </a:r>
            <a:br>
              <a:rPr lang="en" sz="697"/>
            </a:br>
            <a:r>
              <a:rPr lang="en" sz="697"/>
              <a:t>DEPTH=4</a:t>
            </a:r>
            <a:endParaRPr sz="697"/>
          </a:p>
        </p:txBody>
      </p:sp>
      <p:pic>
        <p:nvPicPr>
          <p:cNvPr id="120" name="Google Shape;120;p20"/>
          <p:cNvPicPr preferRelativeResize="0"/>
          <p:nvPr/>
        </p:nvPicPr>
        <p:blipFill>
          <a:blip r:embed="rId7">
            <a:alphaModFix/>
          </a:blip>
          <a:stretch>
            <a:fillRect/>
          </a:stretch>
        </p:blipFill>
        <p:spPr>
          <a:xfrm>
            <a:off x="6339372" y="3030405"/>
            <a:ext cx="1804233" cy="730242"/>
          </a:xfrm>
          <a:prstGeom prst="rect">
            <a:avLst/>
          </a:prstGeom>
          <a:noFill/>
          <a:ln>
            <a:noFill/>
          </a:ln>
        </p:spPr>
      </p:pic>
      <p:sp>
        <p:nvSpPr>
          <p:cNvPr id="121" name="Google Shape;121;p20"/>
          <p:cNvSpPr/>
          <p:nvPr/>
        </p:nvSpPr>
        <p:spPr>
          <a:xfrm>
            <a:off x="6696710" y="3064568"/>
            <a:ext cx="1067700" cy="660600"/>
          </a:xfrm>
          <a:prstGeom prst="rect">
            <a:avLst/>
          </a:prstGeom>
          <a:solidFill>
            <a:schemeClr val="accent4"/>
          </a:solidFill>
          <a:ln cap="flat" cmpd="sng" w="4750">
            <a:solidFill>
              <a:schemeClr val="dk2"/>
            </a:solidFill>
            <a:prstDash val="solid"/>
            <a:round/>
            <a:headEnd len="sm" w="sm" type="none"/>
            <a:tailEnd len="sm" w="sm" type="none"/>
          </a:ln>
        </p:spPr>
        <p:txBody>
          <a:bodyPr anchorCtr="0" anchor="ctr" bIns="45525" lIns="45525" spcFirstLastPara="1" rIns="45525" wrap="square" tIns="45525">
            <a:noAutofit/>
          </a:bodyPr>
          <a:lstStyle/>
          <a:p>
            <a:pPr indent="0" lvl="0" marL="0" rtl="0" algn="ctr">
              <a:spcBef>
                <a:spcPts val="0"/>
              </a:spcBef>
              <a:spcAft>
                <a:spcPts val="0"/>
              </a:spcAft>
              <a:buNone/>
            </a:pPr>
            <a:r>
              <a:rPr lang="en" sz="697"/>
              <a:t>FIFO</a:t>
            </a:r>
            <a:br>
              <a:rPr lang="en" sz="697"/>
            </a:br>
            <a:r>
              <a:rPr lang="en" sz="697"/>
              <a:t>DEPTH=4</a:t>
            </a:r>
            <a:endParaRPr sz="697"/>
          </a:p>
        </p:txBody>
      </p:sp>
      <p:pic>
        <p:nvPicPr>
          <p:cNvPr id="122" name="Google Shape;122;p20"/>
          <p:cNvPicPr preferRelativeResize="0"/>
          <p:nvPr/>
        </p:nvPicPr>
        <p:blipFill>
          <a:blip r:embed="rId7">
            <a:alphaModFix/>
          </a:blip>
          <a:stretch>
            <a:fillRect/>
          </a:stretch>
        </p:blipFill>
        <p:spPr>
          <a:xfrm>
            <a:off x="6336075" y="3777449"/>
            <a:ext cx="1804233" cy="730242"/>
          </a:xfrm>
          <a:prstGeom prst="rect">
            <a:avLst/>
          </a:prstGeom>
          <a:noFill/>
          <a:ln>
            <a:noFill/>
          </a:ln>
        </p:spPr>
      </p:pic>
      <p:sp>
        <p:nvSpPr>
          <p:cNvPr id="123" name="Google Shape;123;p20"/>
          <p:cNvSpPr/>
          <p:nvPr/>
        </p:nvSpPr>
        <p:spPr>
          <a:xfrm>
            <a:off x="6693413" y="3811612"/>
            <a:ext cx="1067700" cy="660600"/>
          </a:xfrm>
          <a:prstGeom prst="rect">
            <a:avLst/>
          </a:prstGeom>
          <a:solidFill>
            <a:schemeClr val="accent4"/>
          </a:solidFill>
          <a:ln cap="flat" cmpd="sng" w="4750">
            <a:solidFill>
              <a:schemeClr val="dk2"/>
            </a:solidFill>
            <a:prstDash val="solid"/>
            <a:round/>
            <a:headEnd len="sm" w="sm" type="none"/>
            <a:tailEnd len="sm" w="sm" type="none"/>
          </a:ln>
        </p:spPr>
        <p:txBody>
          <a:bodyPr anchorCtr="0" anchor="ctr" bIns="45525" lIns="45525" spcFirstLastPara="1" rIns="45525" wrap="square" tIns="45525">
            <a:noAutofit/>
          </a:bodyPr>
          <a:lstStyle/>
          <a:p>
            <a:pPr indent="0" lvl="0" marL="0" rtl="0" algn="ctr">
              <a:spcBef>
                <a:spcPts val="0"/>
              </a:spcBef>
              <a:spcAft>
                <a:spcPts val="0"/>
              </a:spcAft>
              <a:buNone/>
            </a:pPr>
            <a:r>
              <a:rPr lang="en" sz="697"/>
              <a:t>FIFO</a:t>
            </a:r>
            <a:br>
              <a:rPr lang="en" sz="697"/>
            </a:br>
            <a:r>
              <a:rPr lang="en" sz="697"/>
              <a:t>DEPTH=4</a:t>
            </a:r>
            <a:endParaRPr sz="697"/>
          </a:p>
        </p:txBody>
      </p:sp>
      <p:pic>
        <p:nvPicPr>
          <p:cNvPr id="124" name="Google Shape;124;p20"/>
          <p:cNvPicPr preferRelativeResize="0"/>
          <p:nvPr/>
        </p:nvPicPr>
        <p:blipFill>
          <a:blip r:embed="rId9">
            <a:alphaModFix/>
          </a:blip>
          <a:stretch>
            <a:fillRect/>
          </a:stretch>
        </p:blipFill>
        <p:spPr>
          <a:xfrm>
            <a:off x="6765451" y="2848071"/>
            <a:ext cx="963697" cy="76903"/>
          </a:xfrm>
          <a:prstGeom prst="rect">
            <a:avLst/>
          </a:prstGeom>
          <a:noFill/>
          <a:ln>
            <a:noFill/>
          </a:ln>
        </p:spPr>
      </p:pic>
      <p:pic>
        <p:nvPicPr>
          <p:cNvPr id="125" name="Google Shape;125;p20"/>
          <p:cNvPicPr preferRelativeResize="0"/>
          <p:nvPr/>
        </p:nvPicPr>
        <p:blipFill>
          <a:blip r:embed="rId10">
            <a:alphaModFix/>
          </a:blip>
          <a:stretch>
            <a:fillRect/>
          </a:stretch>
        </p:blipFill>
        <p:spPr>
          <a:xfrm>
            <a:off x="6765451" y="3528896"/>
            <a:ext cx="963733" cy="76903"/>
          </a:xfrm>
          <a:prstGeom prst="rect">
            <a:avLst/>
          </a:prstGeom>
          <a:noFill/>
          <a:ln>
            <a:noFill/>
          </a:ln>
        </p:spPr>
      </p:pic>
      <p:pic>
        <p:nvPicPr>
          <p:cNvPr id="126" name="Google Shape;126;p20"/>
          <p:cNvPicPr preferRelativeResize="0"/>
          <p:nvPr/>
        </p:nvPicPr>
        <p:blipFill>
          <a:blip r:embed="rId11">
            <a:alphaModFix/>
          </a:blip>
          <a:stretch>
            <a:fillRect/>
          </a:stretch>
        </p:blipFill>
        <p:spPr>
          <a:xfrm>
            <a:off x="6765451" y="4306061"/>
            <a:ext cx="963793" cy="76903"/>
          </a:xfrm>
          <a:prstGeom prst="rect">
            <a:avLst/>
          </a:prstGeom>
          <a:noFill/>
          <a:ln>
            <a:noFill/>
          </a:ln>
        </p:spPr>
      </p:pic>
      <p:sp>
        <p:nvSpPr>
          <p:cNvPr id="127" name="Google Shape;127;p20"/>
          <p:cNvSpPr txBox="1"/>
          <p:nvPr/>
        </p:nvSpPr>
        <p:spPr>
          <a:xfrm>
            <a:off x="432350" y="1023925"/>
            <a:ext cx="6452100" cy="461700"/>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0"/>
              </a:spcBef>
              <a:spcAft>
                <a:spcPts val="1200"/>
              </a:spcAft>
              <a:buNone/>
            </a:pPr>
            <a:r>
              <a:rPr lang="en" sz="1800">
                <a:solidFill>
                  <a:schemeClr val="dk2"/>
                </a:solidFill>
              </a:rPr>
              <a:t>We start by adding some skew in A and B using FIFOs.</a:t>
            </a:r>
            <a:endParaRPr sz="1800">
              <a:solidFill>
                <a:schemeClr val="dk2"/>
              </a:solidFill>
            </a:endParaRPr>
          </a:p>
        </p:txBody>
      </p:sp>
      <p:sp>
        <p:nvSpPr>
          <p:cNvPr id="128" name="Google Shape;128;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type="title"/>
          </p:nvPr>
        </p:nvSpPr>
        <p:spPr>
          <a:xfrm>
            <a:off x="281750" y="160529"/>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 array</a:t>
            </a:r>
            <a:endParaRPr/>
          </a:p>
        </p:txBody>
      </p:sp>
      <p:sp>
        <p:nvSpPr>
          <p:cNvPr id="134" name="Google Shape;134;p21"/>
          <p:cNvSpPr txBox="1"/>
          <p:nvPr/>
        </p:nvSpPr>
        <p:spPr>
          <a:xfrm>
            <a:off x="439263" y="2055023"/>
            <a:ext cx="10482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rPr>
              <a:t>A</a:t>
            </a:r>
            <a:endParaRPr sz="1800">
              <a:solidFill>
                <a:schemeClr val="dk2"/>
              </a:solidFill>
            </a:endParaRPr>
          </a:p>
          <a:p>
            <a:pPr indent="0" lvl="0" marL="0" rtl="0" algn="ctr">
              <a:spcBef>
                <a:spcPts val="0"/>
              </a:spcBef>
              <a:spcAft>
                <a:spcPts val="0"/>
              </a:spcAft>
              <a:buNone/>
            </a:pPr>
            <a:r>
              <a:rPr lang="en" sz="1800">
                <a:solidFill>
                  <a:schemeClr val="dk2"/>
                </a:solidFill>
              </a:rPr>
              <a:t>columns</a:t>
            </a:r>
            <a:endParaRPr sz="1800">
              <a:solidFill>
                <a:schemeClr val="dk2"/>
              </a:solidFill>
            </a:endParaRPr>
          </a:p>
        </p:txBody>
      </p:sp>
      <p:sp>
        <p:nvSpPr>
          <p:cNvPr id="135" name="Google Shape;135;p21"/>
          <p:cNvSpPr txBox="1"/>
          <p:nvPr/>
        </p:nvSpPr>
        <p:spPr>
          <a:xfrm>
            <a:off x="2388694" y="1004358"/>
            <a:ext cx="1048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rPr>
              <a:t>B rows</a:t>
            </a:r>
            <a:endParaRPr sz="1800">
              <a:solidFill>
                <a:schemeClr val="dk2"/>
              </a:solidFill>
            </a:endParaRPr>
          </a:p>
        </p:txBody>
      </p:sp>
      <p:grpSp>
        <p:nvGrpSpPr>
          <p:cNvPr id="136" name="Google Shape;136;p21"/>
          <p:cNvGrpSpPr/>
          <p:nvPr/>
        </p:nvGrpSpPr>
        <p:grpSpPr>
          <a:xfrm>
            <a:off x="1560791" y="1431150"/>
            <a:ext cx="2703990" cy="1986628"/>
            <a:chOff x="1552966" y="1229100"/>
            <a:chExt cx="4354952" cy="3199594"/>
          </a:xfrm>
        </p:grpSpPr>
        <p:grpSp>
          <p:nvGrpSpPr>
            <p:cNvPr id="137" name="Google Shape;137;p21"/>
            <p:cNvGrpSpPr/>
            <p:nvPr/>
          </p:nvGrpSpPr>
          <p:grpSpPr>
            <a:xfrm>
              <a:off x="1854016" y="1525974"/>
              <a:ext cx="4053902" cy="2902719"/>
              <a:chOff x="2727740" y="1017723"/>
              <a:chExt cx="6561836" cy="4698478"/>
            </a:xfrm>
          </p:grpSpPr>
          <p:pic>
            <p:nvPicPr>
              <p:cNvPr id="138" name="Google Shape;138;p21"/>
              <p:cNvPicPr preferRelativeResize="0"/>
              <p:nvPr/>
            </p:nvPicPr>
            <p:blipFill>
              <a:blip r:embed="rId3">
                <a:alphaModFix/>
              </a:blip>
              <a:stretch>
                <a:fillRect/>
              </a:stretch>
            </p:blipFill>
            <p:spPr>
              <a:xfrm>
                <a:off x="2727740" y="1017726"/>
                <a:ext cx="6561836" cy="4698475"/>
              </a:xfrm>
              <a:prstGeom prst="rect">
                <a:avLst/>
              </a:prstGeom>
              <a:noFill/>
              <a:ln>
                <a:noFill/>
              </a:ln>
            </p:spPr>
          </p:pic>
          <p:pic>
            <p:nvPicPr>
              <p:cNvPr id="139" name="Google Shape;139;p21"/>
              <p:cNvPicPr preferRelativeResize="0"/>
              <p:nvPr/>
            </p:nvPicPr>
            <p:blipFill>
              <a:blip r:embed="rId4">
                <a:alphaModFix/>
              </a:blip>
              <a:stretch>
                <a:fillRect/>
              </a:stretch>
            </p:blipFill>
            <p:spPr>
              <a:xfrm>
                <a:off x="2727749" y="1508496"/>
                <a:ext cx="179775" cy="217003"/>
              </a:xfrm>
              <a:prstGeom prst="rect">
                <a:avLst/>
              </a:prstGeom>
              <a:noFill/>
              <a:ln>
                <a:noFill/>
              </a:ln>
            </p:spPr>
          </p:pic>
          <p:pic>
            <p:nvPicPr>
              <p:cNvPr id="140" name="Google Shape;140;p21"/>
              <p:cNvPicPr preferRelativeResize="0"/>
              <p:nvPr/>
            </p:nvPicPr>
            <p:blipFill>
              <a:blip r:embed="rId4">
                <a:alphaModFix/>
              </a:blip>
              <a:stretch>
                <a:fillRect/>
              </a:stretch>
            </p:blipFill>
            <p:spPr>
              <a:xfrm>
                <a:off x="3414664" y="1017723"/>
                <a:ext cx="123542" cy="149125"/>
              </a:xfrm>
              <a:prstGeom prst="rect">
                <a:avLst/>
              </a:prstGeom>
              <a:noFill/>
              <a:ln>
                <a:noFill/>
              </a:ln>
            </p:spPr>
          </p:pic>
          <p:pic>
            <p:nvPicPr>
              <p:cNvPr id="141" name="Google Shape;141;p21"/>
              <p:cNvPicPr preferRelativeResize="0"/>
              <p:nvPr/>
            </p:nvPicPr>
            <p:blipFill>
              <a:blip r:embed="rId4">
                <a:alphaModFix/>
              </a:blip>
              <a:stretch>
                <a:fillRect/>
              </a:stretch>
            </p:blipFill>
            <p:spPr>
              <a:xfrm>
                <a:off x="3515728" y="1017723"/>
                <a:ext cx="123542" cy="149125"/>
              </a:xfrm>
              <a:prstGeom prst="rect">
                <a:avLst/>
              </a:prstGeom>
              <a:noFill/>
              <a:ln>
                <a:noFill/>
              </a:ln>
            </p:spPr>
          </p:pic>
        </p:grpSp>
        <p:cxnSp>
          <p:nvCxnSpPr>
            <p:cNvPr id="142" name="Google Shape;142;p21"/>
            <p:cNvCxnSpPr/>
            <p:nvPr/>
          </p:nvCxnSpPr>
          <p:spPr>
            <a:xfrm>
              <a:off x="1554551" y="3347735"/>
              <a:ext cx="371100" cy="11400"/>
            </a:xfrm>
            <a:prstGeom prst="straightConnector1">
              <a:avLst/>
            </a:prstGeom>
            <a:noFill/>
            <a:ln cap="flat" cmpd="sng" w="5925">
              <a:solidFill>
                <a:schemeClr val="dk2"/>
              </a:solidFill>
              <a:prstDash val="solid"/>
              <a:round/>
              <a:headEnd len="med" w="med" type="none"/>
              <a:tailEnd len="med" w="med" type="triangle"/>
            </a:ln>
          </p:spPr>
        </p:cxnSp>
        <p:cxnSp>
          <p:nvCxnSpPr>
            <p:cNvPr id="143" name="Google Shape;143;p21"/>
            <p:cNvCxnSpPr/>
            <p:nvPr/>
          </p:nvCxnSpPr>
          <p:spPr>
            <a:xfrm>
              <a:off x="1552966" y="1868035"/>
              <a:ext cx="371100" cy="11400"/>
            </a:xfrm>
            <a:prstGeom prst="straightConnector1">
              <a:avLst/>
            </a:prstGeom>
            <a:noFill/>
            <a:ln cap="flat" cmpd="sng" w="5925">
              <a:solidFill>
                <a:schemeClr val="dk2"/>
              </a:solidFill>
              <a:prstDash val="solid"/>
              <a:round/>
              <a:headEnd len="med" w="med" type="none"/>
              <a:tailEnd len="med" w="med" type="triangle"/>
            </a:ln>
          </p:spPr>
        </p:cxnSp>
        <p:cxnSp>
          <p:nvCxnSpPr>
            <p:cNvPr id="144" name="Google Shape;144;p21"/>
            <p:cNvCxnSpPr/>
            <p:nvPr/>
          </p:nvCxnSpPr>
          <p:spPr>
            <a:xfrm>
              <a:off x="1552966" y="2607885"/>
              <a:ext cx="371100" cy="11400"/>
            </a:xfrm>
            <a:prstGeom prst="straightConnector1">
              <a:avLst/>
            </a:prstGeom>
            <a:noFill/>
            <a:ln cap="flat" cmpd="sng" w="5925">
              <a:solidFill>
                <a:schemeClr val="dk2"/>
              </a:solidFill>
              <a:prstDash val="solid"/>
              <a:round/>
              <a:headEnd len="med" w="med" type="none"/>
              <a:tailEnd len="med" w="med" type="triangle"/>
            </a:ln>
          </p:spPr>
        </p:cxnSp>
        <p:cxnSp>
          <p:nvCxnSpPr>
            <p:cNvPr id="145" name="Google Shape;145;p21"/>
            <p:cNvCxnSpPr/>
            <p:nvPr/>
          </p:nvCxnSpPr>
          <p:spPr>
            <a:xfrm>
              <a:off x="1552976" y="4087585"/>
              <a:ext cx="371100" cy="11400"/>
            </a:xfrm>
            <a:prstGeom prst="straightConnector1">
              <a:avLst/>
            </a:prstGeom>
            <a:noFill/>
            <a:ln cap="flat" cmpd="sng" w="5925">
              <a:solidFill>
                <a:schemeClr val="dk2"/>
              </a:solidFill>
              <a:prstDash val="solid"/>
              <a:round/>
              <a:headEnd len="med" w="med" type="none"/>
              <a:tailEnd len="med" w="med" type="triangle"/>
            </a:ln>
          </p:spPr>
        </p:cxnSp>
        <p:cxnSp>
          <p:nvCxnSpPr>
            <p:cNvPr id="146" name="Google Shape;146;p21"/>
            <p:cNvCxnSpPr/>
            <p:nvPr/>
          </p:nvCxnSpPr>
          <p:spPr>
            <a:xfrm>
              <a:off x="2314075" y="1229100"/>
              <a:ext cx="7500" cy="352200"/>
            </a:xfrm>
            <a:prstGeom prst="straightConnector1">
              <a:avLst/>
            </a:prstGeom>
            <a:noFill/>
            <a:ln cap="flat" cmpd="sng" w="5925">
              <a:solidFill>
                <a:schemeClr val="dk2"/>
              </a:solidFill>
              <a:prstDash val="solid"/>
              <a:round/>
              <a:headEnd len="med" w="med" type="none"/>
              <a:tailEnd len="med" w="med" type="triangle"/>
            </a:ln>
          </p:spPr>
        </p:cxnSp>
        <p:cxnSp>
          <p:nvCxnSpPr>
            <p:cNvPr id="147" name="Google Shape;147;p21"/>
            <p:cNvCxnSpPr/>
            <p:nvPr/>
          </p:nvCxnSpPr>
          <p:spPr>
            <a:xfrm>
              <a:off x="3342450" y="1234100"/>
              <a:ext cx="7500" cy="352200"/>
            </a:xfrm>
            <a:prstGeom prst="straightConnector1">
              <a:avLst/>
            </a:prstGeom>
            <a:noFill/>
            <a:ln cap="flat" cmpd="sng" w="5925">
              <a:solidFill>
                <a:schemeClr val="dk2"/>
              </a:solidFill>
              <a:prstDash val="solid"/>
              <a:round/>
              <a:headEnd len="med" w="med" type="none"/>
              <a:tailEnd len="med" w="med" type="triangle"/>
            </a:ln>
          </p:spPr>
        </p:cxnSp>
        <p:cxnSp>
          <p:nvCxnSpPr>
            <p:cNvPr id="148" name="Google Shape;148;p21"/>
            <p:cNvCxnSpPr/>
            <p:nvPr/>
          </p:nvCxnSpPr>
          <p:spPr>
            <a:xfrm>
              <a:off x="4442475" y="1229100"/>
              <a:ext cx="7500" cy="352200"/>
            </a:xfrm>
            <a:prstGeom prst="straightConnector1">
              <a:avLst/>
            </a:prstGeom>
            <a:noFill/>
            <a:ln cap="flat" cmpd="sng" w="5925">
              <a:solidFill>
                <a:schemeClr val="dk2"/>
              </a:solidFill>
              <a:prstDash val="solid"/>
              <a:round/>
              <a:headEnd len="med" w="med" type="none"/>
              <a:tailEnd len="med" w="med" type="triangle"/>
            </a:ln>
          </p:spPr>
        </p:cxnSp>
        <p:cxnSp>
          <p:nvCxnSpPr>
            <p:cNvPr id="149" name="Google Shape;149;p21"/>
            <p:cNvCxnSpPr/>
            <p:nvPr/>
          </p:nvCxnSpPr>
          <p:spPr>
            <a:xfrm>
              <a:off x="5485800" y="1229100"/>
              <a:ext cx="7500" cy="352200"/>
            </a:xfrm>
            <a:prstGeom prst="straightConnector1">
              <a:avLst/>
            </a:prstGeom>
            <a:noFill/>
            <a:ln cap="flat" cmpd="sng" w="5925">
              <a:solidFill>
                <a:schemeClr val="dk2"/>
              </a:solidFill>
              <a:prstDash val="solid"/>
              <a:round/>
              <a:headEnd len="med" w="med" type="none"/>
              <a:tailEnd len="med" w="med" type="triangle"/>
            </a:ln>
          </p:spPr>
        </p:cxnSp>
      </p:grpSp>
      <p:sp>
        <p:nvSpPr>
          <p:cNvPr id="150" name="Google Shape;150;p21"/>
          <p:cNvSpPr txBox="1"/>
          <p:nvPr/>
        </p:nvSpPr>
        <p:spPr>
          <a:xfrm>
            <a:off x="524970" y="3629211"/>
            <a:ext cx="4312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Each PE performs:   p &lt;- p + a*b</a:t>
            </a:r>
            <a:endParaRPr sz="1800">
              <a:solidFill>
                <a:schemeClr val="dk2"/>
              </a:solidFill>
            </a:endParaRPr>
          </a:p>
        </p:txBody>
      </p:sp>
      <p:sp>
        <p:nvSpPr>
          <p:cNvPr id="151" name="Google Shape;151;p21"/>
          <p:cNvSpPr/>
          <p:nvPr/>
        </p:nvSpPr>
        <p:spPr>
          <a:xfrm>
            <a:off x="5846075" y="1958025"/>
            <a:ext cx="1653900" cy="1088100"/>
          </a:xfrm>
          <a:prstGeom prst="rect">
            <a:avLst/>
          </a:prstGeom>
          <a:solidFill>
            <a:schemeClr val="lt2"/>
          </a:solidFill>
          <a:ln cap="flat" cmpd="sng" w="11750">
            <a:solidFill>
              <a:schemeClr val="dk2"/>
            </a:solidFill>
            <a:prstDash val="solid"/>
            <a:round/>
            <a:headEnd len="sm" w="sm" type="none"/>
            <a:tailEnd len="sm" w="sm" type="none"/>
          </a:ln>
        </p:spPr>
        <p:txBody>
          <a:bodyPr anchorCtr="0" anchor="ctr" bIns="112675" lIns="112675" spcFirstLastPara="1" rIns="112675" wrap="square" tIns="112675">
            <a:noAutofit/>
          </a:bodyPr>
          <a:lstStyle/>
          <a:p>
            <a:pPr indent="0" lvl="0" marL="0" rtl="0" algn="ctr">
              <a:spcBef>
                <a:spcPts val="0"/>
              </a:spcBef>
              <a:spcAft>
                <a:spcPts val="0"/>
              </a:spcAft>
              <a:buNone/>
            </a:pPr>
            <a:r>
              <a:t/>
            </a:r>
            <a:endParaRPr sz="1726"/>
          </a:p>
        </p:txBody>
      </p:sp>
      <p:cxnSp>
        <p:nvCxnSpPr>
          <p:cNvPr id="152" name="Google Shape;152;p21"/>
          <p:cNvCxnSpPr>
            <a:stCxn id="153" idx="5"/>
          </p:cNvCxnSpPr>
          <p:nvPr/>
        </p:nvCxnSpPr>
        <p:spPr>
          <a:xfrm>
            <a:off x="6958164" y="2660362"/>
            <a:ext cx="726300" cy="708600"/>
          </a:xfrm>
          <a:prstGeom prst="straightConnector1">
            <a:avLst/>
          </a:prstGeom>
          <a:noFill/>
          <a:ln cap="flat" cmpd="sng" w="11750">
            <a:solidFill>
              <a:schemeClr val="dk2"/>
            </a:solidFill>
            <a:prstDash val="solid"/>
            <a:round/>
            <a:headEnd len="med" w="med" type="none"/>
            <a:tailEnd len="med" w="med" type="triangle"/>
          </a:ln>
        </p:spPr>
      </p:cxnSp>
      <p:sp>
        <p:nvSpPr>
          <p:cNvPr id="154" name="Google Shape;154;p21"/>
          <p:cNvSpPr txBox="1"/>
          <p:nvPr/>
        </p:nvSpPr>
        <p:spPr>
          <a:xfrm>
            <a:off x="5218990" y="1940669"/>
            <a:ext cx="532800" cy="569100"/>
          </a:xfrm>
          <a:prstGeom prst="rect">
            <a:avLst/>
          </a:prstGeom>
          <a:noFill/>
          <a:ln>
            <a:noFill/>
          </a:ln>
        </p:spPr>
        <p:txBody>
          <a:bodyPr anchorCtr="0" anchor="t" bIns="112675" lIns="112675" spcFirstLastPara="1" rIns="112675" wrap="square" tIns="112675">
            <a:spAutoFit/>
          </a:bodyPr>
          <a:lstStyle/>
          <a:p>
            <a:pPr indent="0" lvl="0" marL="0" rtl="0" algn="l">
              <a:spcBef>
                <a:spcPts val="0"/>
              </a:spcBef>
              <a:spcAft>
                <a:spcPts val="0"/>
              </a:spcAft>
              <a:buNone/>
            </a:pPr>
            <a:r>
              <a:rPr lang="en" sz="2219">
                <a:solidFill>
                  <a:schemeClr val="dk2"/>
                </a:solidFill>
              </a:rPr>
              <a:t>a</a:t>
            </a:r>
            <a:r>
              <a:rPr lang="en" sz="1356">
                <a:solidFill>
                  <a:schemeClr val="dk2"/>
                </a:solidFill>
              </a:rPr>
              <a:t>in</a:t>
            </a:r>
            <a:endParaRPr sz="1356">
              <a:solidFill>
                <a:schemeClr val="dk2"/>
              </a:solidFill>
            </a:endParaRPr>
          </a:p>
        </p:txBody>
      </p:sp>
      <p:sp>
        <p:nvSpPr>
          <p:cNvPr id="155" name="Google Shape;155;p21"/>
          <p:cNvSpPr txBox="1"/>
          <p:nvPr/>
        </p:nvSpPr>
        <p:spPr>
          <a:xfrm>
            <a:off x="6104369" y="1267365"/>
            <a:ext cx="532800" cy="569100"/>
          </a:xfrm>
          <a:prstGeom prst="rect">
            <a:avLst/>
          </a:prstGeom>
          <a:noFill/>
          <a:ln>
            <a:noFill/>
          </a:ln>
        </p:spPr>
        <p:txBody>
          <a:bodyPr anchorCtr="0" anchor="t" bIns="112675" lIns="112675" spcFirstLastPara="1" rIns="112675" wrap="square" tIns="112675">
            <a:spAutoFit/>
          </a:bodyPr>
          <a:lstStyle/>
          <a:p>
            <a:pPr indent="0" lvl="0" marL="0" rtl="0" algn="l">
              <a:spcBef>
                <a:spcPts val="0"/>
              </a:spcBef>
              <a:spcAft>
                <a:spcPts val="0"/>
              </a:spcAft>
              <a:buNone/>
            </a:pPr>
            <a:r>
              <a:rPr lang="en" sz="2219">
                <a:solidFill>
                  <a:schemeClr val="dk2"/>
                </a:solidFill>
              </a:rPr>
              <a:t>b</a:t>
            </a:r>
            <a:r>
              <a:rPr lang="en" sz="1356">
                <a:solidFill>
                  <a:schemeClr val="dk2"/>
                </a:solidFill>
              </a:rPr>
              <a:t>in</a:t>
            </a:r>
            <a:endParaRPr sz="1356">
              <a:solidFill>
                <a:schemeClr val="dk2"/>
              </a:solidFill>
            </a:endParaRPr>
          </a:p>
        </p:txBody>
      </p:sp>
      <p:sp>
        <p:nvSpPr>
          <p:cNvPr id="156" name="Google Shape;156;p21"/>
          <p:cNvSpPr txBox="1"/>
          <p:nvPr/>
        </p:nvSpPr>
        <p:spPr>
          <a:xfrm>
            <a:off x="7637392" y="1940666"/>
            <a:ext cx="664500" cy="569100"/>
          </a:xfrm>
          <a:prstGeom prst="rect">
            <a:avLst/>
          </a:prstGeom>
          <a:noFill/>
          <a:ln>
            <a:noFill/>
          </a:ln>
        </p:spPr>
        <p:txBody>
          <a:bodyPr anchorCtr="0" anchor="t" bIns="112675" lIns="112675" spcFirstLastPara="1" rIns="112675" wrap="square" tIns="112675">
            <a:spAutoFit/>
          </a:bodyPr>
          <a:lstStyle/>
          <a:p>
            <a:pPr indent="0" lvl="0" marL="0" rtl="0" algn="l">
              <a:spcBef>
                <a:spcPts val="0"/>
              </a:spcBef>
              <a:spcAft>
                <a:spcPts val="0"/>
              </a:spcAft>
              <a:buNone/>
            </a:pPr>
            <a:r>
              <a:rPr lang="en" sz="2219">
                <a:solidFill>
                  <a:schemeClr val="dk2"/>
                </a:solidFill>
              </a:rPr>
              <a:t>a</a:t>
            </a:r>
            <a:r>
              <a:rPr lang="en" sz="1356">
                <a:solidFill>
                  <a:schemeClr val="dk2"/>
                </a:solidFill>
              </a:rPr>
              <a:t>out</a:t>
            </a:r>
            <a:endParaRPr sz="1356">
              <a:solidFill>
                <a:schemeClr val="dk2"/>
              </a:solidFill>
            </a:endParaRPr>
          </a:p>
        </p:txBody>
      </p:sp>
      <p:sp>
        <p:nvSpPr>
          <p:cNvPr id="157" name="Google Shape;157;p21"/>
          <p:cNvSpPr txBox="1"/>
          <p:nvPr/>
        </p:nvSpPr>
        <p:spPr>
          <a:xfrm>
            <a:off x="6104368" y="3368855"/>
            <a:ext cx="664500" cy="569100"/>
          </a:xfrm>
          <a:prstGeom prst="rect">
            <a:avLst/>
          </a:prstGeom>
          <a:noFill/>
          <a:ln>
            <a:noFill/>
          </a:ln>
        </p:spPr>
        <p:txBody>
          <a:bodyPr anchorCtr="0" anchor="t" bIns="112675" lIns="112675" spcFirstLastPara="1" rIns="112675" wrap="square" tIns="112675">
            <a:spAutoFit/>
          </a:bodyPr>
          <a:lstStyle/>
          <a:p>
            <a:pPr indent="0" lvl="0" marL="0" rtl="0" algn="l">
              <a:spcBef>
                <a:spcPts val="0"/>
              </a:spcBef>
              <a:spcAft>
                <a:spcPts val="0"/>
              </a:spcAft>
              <a:buNone/>
            </a:pPr>
            <a:r>
              <a:rPr lang="en" sz="2219">
                <a:solidFill>
                  <a:schemeClr val="dk2"/>
                </a:solidFill>
              </a:rPr>
              <a:t>b</a:t>
            </a:r>
            <a:r>
              <a:rPr lang="en" sz="1356">
                <a:solidFill>
                  <a:schemeClr val="dk2"/>
                </a:solidFill>
              </a:rPr>
              <a:t>out</a:t>
            </a:r>
            <a:endParaRPr sz="1356">
              <a:solidFill>
                <a:schemeClr val="dk2"/>
              </a:solidFill>
            </a:endParaRPr>
          </a:p>
        </p:txBody>
      </p:sp>
      <p:sp>
        <p:nvSpPr>
          <p:cNvPr id="158" name="Google Shape;158;p21"/>
          <p:cNvSpPr txBox="1"/>
          <p:nvPr/>
        </p:nvSpPr>
        <p:spPr>
          <a:xfrm>
            <a:off x="7734600" y="3276285"/>
            <a:ext cx="664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acc</a:t>
            </a:r>
            <a:endParaRPr sz="1800">
              <a:solidFill>
                <a:schemeClr val="dk2"/>
              </a:solidFill>
            </a:endParaRPr>
          </a:p>
        </p:txBody>
      </p:sp>
      <p:sp>
        <p:nvSpPr>
          <p:cNvPr id="159" name="Google Shape;159;p21"/>
          <p:cNvSpPr/>
          <p:nvPr/>
        </p:nvSpPr>
        <p:spPr>
          <a:xfrm>
            <a:off x="6211257" y="2395189"/>
            <a:ext cx="331800" cy="322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x</a:t>
            </a:r>
            <a:endParaRPr/>
          </a:p>
        </p:txBody>
      </p:sp>
      <p:sp>
        <p:nvSpPr>
          <p:cNvPr id="153" name="Google Shape;153;p21"/>
          <p:cNvSpPr/>
          <p:nvPr/>
        </p:nvSpPr>
        <p:spPr>
          <a:xfrm>
            <a:off x="6674955" y="2410954"/>
            <a:ext cx="331800" cy="292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t>
            </a:r>
            <a:endParaRPr/>
          </a:p>
        </p:txBody>
      </p:sp>
      <p:cxnSp>
        <p:nvCxnSpPr>
          <p:cNvPr id="160" name="Google Shape;160;p21"/>
          <p:cNvCxnSpPr>
            <a:stCxn id="155" idx="2"/>
            <a:endCxn id="159" idx="0"/>
          </p:cNvCxnSpPr>
          <p:nvPr/>
        </p:nvCxnSpPr>
        <p:spPr>
          <a:xfrm>
            <a:off x="6370769" y="1836465"/>
            <a:ext cx="6300" cy="558600"/>
          </a:xfrm>
          <a:prstGeom prst="straightConnector1">
            <a:avLst/>
          </a:prstGeom>
          <a:noFill/>
          <a:ln cap="flat" cmpd="sng" w="28575">
            <a:solidFill>
              <a:srgbClr val="00FF00"/>
            </a:solidFill>
            <a:prstDash val="solid"/>
            <a:round/>
            <a:headEnd len="med" w="med" type="none"/>
            <a:tailEnd len="med" w="med" type="none"/>
          </a:ln>
        </p:spPr>
      </p:cxnSp>
      <p:cxnSp>
        <p:nvCxnSpPr>
          <p:cNvPr id="161" name="Google Shape;161;p21"/>
          <p:cNvCxnSpPr>
            <a:endCxn id="159" idx="2"/>
          </p:cNvCxnSpPr>
          <p:nvPr/>
        </p:nvCxnSpPr>
        <p:spPr>
          <a:xfrm flipH="1" rot="10800000">
            <a:off x="5998857" y="2556589"/>
            <a:ext cx="212400" cy="900"/>
          </a:xfrm>
          <a:prstGeom prst="straightConnector1">
            <a:avLst/>
          </a:prstGeom>
          <a:noFill/>
          <a:ln cap="flat" cmpd="sng" w="28575">
            <a:solidFill>
              <a:schemeClr val="accent4"/>
            </a:solidFill>
            <a:prstDash val="solid"/>
            <a:round/>
            <a:headEnd len="med" w="med" type="none"/>
            <a:tailEnd len="med" w="med" type="none"/>
          </a:ln>
        </p:spPr>
      </p:cxnSp>
      <p:cxnSp>
        <p:nvCxnSpPr>
          <p:cNvPr id="162" name="Google Shape;162;p21"/>
          <p:cNvCxnSpPr>
            <a:stCxn id="159" idx="6"/>
            <a:endCxn id="153" idx="2"/>
          </p:cNvCxnSpPr>
          <p:nvPr/>
        </p:nvCxnSpPr>
        <p:spPr>
          <a:xfrm>
            <a:off x="6543057" y="2556589"/>
            <a:ext cx="132000" cy="600"/>
          </a:xfrm>
          <a:prstGeom prst="straightConnector1">
            <a:avLst/>
          </a:prstGeom>
          <a:noFill/>
          <a:ln cap="flat" cmpd="sng" w="11750">
            <a:solidFill>
              <a:schemeClr val="dk2"/>
            </a:solidFill>
            <a:prstDash val="solid"/>
            <a:round/>
            <a:headEnd len="med" w="med" type="none"/>
            <a:tailEnd len="med" w="med" type="triangle"/>
          </a:ln>
        </p:spPr>
      </p:cxnSp>
      <p:cxnSp>
        <p:nvCxnSpPr>
          <p:cNvPr id="163" name="Google Shape;163;p21"/>
          <p:cNvCxnSpPr>
            <a:endCxn id="156" idx="1"/>
          </p:cNvCxnSpPr>
          <p:nvPr/>
        </p:nvCxnSpPr>
        <p:spPr>
          <a:xfrm flipH="1" rot="10800000">
            <a:off x="5705092" y="2225216"/>
            <a:ext cx="1932300" cy="6000"/>
          </a:xfrm>
          <a:prstGeom prst="straightConnector1">
            <a:avLst/>
          </a:prstGeom>
          <a:noFill/>
          <a:ln cap="flat" cmpd="sng" w="28575">
            <a:solidFill>
              <a:schemeClr val="accent4"/>
            </a:solidFill>
            <a:prstDash val="solid"/>
            <a:round/>
            <a:headEnd len="med" w="med" type="none"/>
            <a:tailEnd len="med" w="med" type="none"/>
          </a:ln>
        </p:spPr>
      </p:cxnSp>
      <p:cxnSp>
        <p:nvCxnSpPr>
          <p:cNvPr id="164" name="Google Shape;164;p21"/>
          <p:cNvCxnSpPr/>
          <p:nvPr/>
        </p:nvCxnSpPr>
        <p:spPr>
          <a:xfrm>
            <a:off x="5991050" y="2246719"/>
            <a:ext cx="7800" cy="318600"/>
          </a:xfrm>
          <a:prstGeom prst="straightConnector1">
            <a:avLst/>
          </a:prstGeom>
          <a:noFill/>
          <a:ln cap="flat" cmpd="sng" w="28575">
            <a:solidFill>
              <a:schemeClr val="accent4"/>
            </a:solidFill>
            <a:prstDash val="solid"/>
            <a:round/>
            <a:headEnd len="med" w="med" type="none"/>
            <a:tailEnd len="med" w="med" type="none"/>
          </a:ln>
        </p:spPr>
      </p:cxnSp>
      <p:cxnSp>
        <p:nvCxnSpPr>
          <p:cNvPr id="165" name="Google Shape;165;p21"/>
          <p:cNvCxnSpPr/>
          <p:nvPr/>
        </p:nvCxnSpPr>
        <p:spPr>
          <a:xfrm rot="10800000">
            <a:off x="5913375" y="2044711"/>
            <a:ext cx="450600" cy="0"/>
          </a:xfrm>
          <a:prstGeom prst="straightConnector1">
            <a:avLst/>
          </a:prstGeom>
          <a:noFill/>
          <a:ln cap="flat" cmpd="sng" w="28575">
            <a:solidFill>
              <a:srgbClr val="00FF00"/>
            </a:solidFill>
            <a:prstDash val="solid"/>
            <a:round/>
            <a:headEnd len="med" w="med" type="none"/>
            <a:tailEnd len="med" w="med" type="none"/>
          </a:ln>
        </p:spPr>
      </p:cxnSp>
      <p:cxnSp>
        <p:nvCxnSpPr>
          <p:cNvPr id="166" name="Google Shape;166;p21"/>
          <p:cNvCxnSpPr/>
          <p:nvPr/>
        </p:nvCxnSpPr>
        <p:spPr>
          <a:xfrm>
            <a:off x="5928875" y="2029161"/>
            <a:ext cx="300" cy="769200"/>
          </a:xfrm>
          <a:prstGeom prst="straightConnector1">
            <a:avLst/>
          </a:prstGeom>
          <a:noFill/>
          <a:ln cap="flat" cmpd="sng" w="28575">
            <a:solidFill>
              <a:srgbClr val="00FF00"/>
            </a:solidFill>
            <a:prstDash val="solid"/>
            <a:round/>
            <a:headEnd len="med" w="med" type="none"/>
            <a:tailEnd len="med" w="med" type="none"/>
          </a:ln>
        </p:spPr>
      </p:cxnSp>
      <p:cxnSp>
        <p:nvCxnSpPr>
          <p:cNvPr id="167" name="Google Shape;167;p21"/>
          <p:cNvCxnSpPr/>
          <p:nvPr/>
        </p:nvCxnSpPr>
        <p:spPr>
          <a:xfrm rot="10800000">
            <a:off x="5928975" y="2798311"/>
            <a:ext cx="466200" cy="0"/>
          </a:xfrm>
          <a:prstGeom prst="straightConnector1">
            <a:avLst/>
          </a:prstGeom>
          <a:noFill/>
          <a:ln cap="flat" cmpd="sng" w="28575">
            <a:solidFill>
              <a:srgbClr val="00FF00"/>
            </a:solidFill>
            <a:prstDash val="solid"/>
            <a:round/>
            <a:headEnd len="med" w="med" type="none"/>
            <a:tailEnd len="med" w="med" type="none"/>
          </a:ln>
        </p:spPr>
      </p:cxnSp>
      <p:cxnSp>
        <p:nvCxnSpPr>
          <p:cNvPr id="168" name="Google Shape;168;p21"/>
          <p:cNvCxnSpPr/>
          <p:nvPr/>
        </p:nvCxnSpPr>
        <p:spPr>
          <a:xfrm>
            <a:off x="6373994" y="2798315"/>
            <a:ext cx="6300" cy="558600"/>
          </a:xfrm>
          <a:prstGeom prst="straightConnector1">
            <a:avLst/>
          </a:prstGeom>
          <a:noFill/>
          <a:ln cap="flat" cmpd="sng" w="28575">
            <a:solidFill>
              <a:srgbClr val="00FF00"/>
            </a:solidFill>
            <a:prstDash val="solid"/>
            <a:round/>
            <a:headEnd len="med" w="med" type="none"/>
            <a:tailEnd len="med" w="med" type="none"/>
          </a:ln>
        </p:spPr>
      </p:cxnSp>
      <p:cxnSp>
        <p:nvCxnSpPr>
          <p:cNvPr id="169" name="Google Shape;169;p21"/>
          <p:cNvCxnSpPr>
            <a:endCxn id="153" idx="0"/>
          </p:cNvCxnSpPr>
          <p:nvPr/>
        </p:nvCxnSpPr>
        <p:spPr>
          <a:xfrm flipH="1">
            <a:off x="6840855" y="2130154"/>
            <a:ext cx="389400" cy="280800"/>
          </a:xfrm>
          <a:prstGeom prst="bentConnector2">
            <a:avLst/>
          </a:prstGeom>
          <a:noFill/>
          <a:ln cap="flat" cmpd="sng" w="9525">
            <a:solidFill>
              <a:schemeClr val="dk2"/>
            </a:solidFill>
            <a:prstDash val="solid"/>
            <a:round/>
            <a:headEnd len="med" w="med" type="none"/>
            <a:tailEnd len="med" w="med" type="none"/>
          </a:ln>
        </p:spPr>
      </p:cxnSp>
      <p:sp>
        <p:nvSpPr>
          <p:cNvPr id="170" name="Google Shape;170;p21"/>
          <p:cNvSpPr txBox="1"/>
          <p:nvPr/>
        </p:nvSpPr>
        <p:spPr>
          <a:xfrm>
            <a:off x="5567787" y="1054000"/>
            <a:ext cx="1932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PE:</a:t>
            </a:r>
            <a:endParaRPr sz="1800">
              <a:solidFill>
                <a:schemeClr val="dk2"/>
              </a:solidFill>
            </a:endParaRPr>
          </a:p>
        </p:txBody>
      </p:sp>
      <p:sp>
        <p:nvSpPr>
          <p:cNvPr id="171" name="Google Shape;171;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172" name="Google Shape;172;p21"/>
          <p:cNvCxnSpPr/>
          <p:nvPr/>
        </p:nvCxnSpPr>
        <p:spPr>
          <a:xfrm rot="10800000">
            <a:off x="7006755" y="2557054"/>
            <a:ext cx="223500" cy="4500"/>
          </a:xfrm>
          <a:prstGeom prst="straightConnector1">
            <a:avLst/>
          </a:prstGeom>
          <a:noFill/>
          <a:ln cap="flat" cmpd="sng" w="9525">
            <a:solidFill>
              <a:schemeClr val="dk2"/>
            </a:solidFill>
            <a:prstDash val="solid"/>
            <a:round/>
            <a:headEnd len="med" w="med" type="none"/>
            <a:tailEnd len="med" w="med" type="triangle"/>
          </a:ln>
        </p:spPr>
      </p:cxnSp>
      <p:cxnSp>
        <p:nvCxnSpPr>
          <p:cNvPr id="173" name="Google Shape;173;p21"/>
          <p:cNvCxnSpPr/>
          <p:nvPr/>
        </p:nvCxnSpPr>
        <p:spPr>
          <a:xfrm rot="10800000">
            <a:off x="7230250" y="2130450"/>
            <a:ext cx="0" cy="431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2"/>
          <p:cNvSpPr txBox="1"/>
          <p:nvPr>
            <p:ph type="title"/>
          </p:nvPr>
        </p:nvSpPr>
        <p:spPr>
          <a:xfrm>
            <a:off x="311700" y="276267"/>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computing cycles</a:t>
            </a:r>
            <a:endParaRPr/>
          </a:p>
        </p:txBody>
      </p:sp>
      <p:grpSp>
        <p:nvGrpSpPr>
          <p:cNvPr id="179" name="Google Shape;179;p22"/>
          <p:cNvGrpSpPr/>
          <p:nvPr/>
        </p:nvGrpSpPr>
        <p:grpSpPr>
          <a:xfrm>
            <a:off x="369953" y="941253"/>
            <a:ext cx="2674615" cy="1831774"/>
            <a:chOff x="446909" y="1590620"/>
            <a:chExt cx="3618257" cy="2478050"/>
          </a:xfrm>
        </p:grpSpPr>
        <p:pic>
          <p:nvPicPr>
            <p:cNvPr id="180" name="Google Shape;180;p22"/>
            <p:cNvPicPr preferRelativeResize="0"/>
            <p:nvPr/>
          </p:nvPicPr>
          <p:blipFill rotWithShape="1">
            <a:blip r:embed="rId3">
              <a:alphaModFix/>
            </a:blip>
            <a:srcRect b="3326" l="0" r="0" t="0"/>
            <a:stretch/>
          </p:blipFill>
          <p:spPr>
            <a:xfrm>
              <a:off x="446909" y="1590620"/>
              <a:ext cx="3618257" cy="2478050"/>
            </a:xfrm>
            <a:prstGeom prst="rect">
              <a:avLst/>
            </a:prstGeom>
            <a:noFill/>
            <a:ln>
              <a:noFill/>
            </a:ln>
          </p:spPr>
        </p:pic>
        <p:cxnSp>
          <p:nvCxnSpPr>
            <p:cNvPr id="181" name="Google Shape;181;p22"/>
            <p:cNvCxnSpPr/>
            <p:nvPr/>
          </p:nvCxnSpPr>
          <p:spPr>
            <a:xfrm flipH="1" rot="10800000">
              <a:off x="1662448" y="2219914"/>
              <a:ext cx="140100" cy="7800"/>
            </a:xfrm>
            <a:prstGeom prst="straightConnector1">
              <a:avLst/>
            </a:prstGeom>
            <a:noFill/>
            <a:ln cap="flat" cmpd="sng" w="7050">
              <a:solidFill>
                <a:schemeClr val="dk1"/>
              </a:solidFill>
              <a:prstDash val="solid"/>
              <a:round/>
              <a:headEnd len="med" w="med" type="none"/>
              <a:tailEnd len="med" w="med" type="triangle"/>
            </a:ln>
          </p:spPr>
        </p:cxnSp>
        <p:cxnSp>
          <p:nvCxnSpPr>
            <p:cNvPr id="182" name="Google Shape;182;p22"/>
            <p:cNvCxnSpPr/>
            <p:nvPr/>
          </p:nvCxnSpPr>
          <p:spPr>
            <a:xfrm>
              <a:off x="1323584" y="2417179"/>
              <a:ext cx="0" cy="163200"/>
            </a:xfrm>
            <a:prstGeom prst="straightConnector1">
              <a:avLst/>
            </a:prstGeom>
            <a:noFill/>
            <a:ln cap="flat" cmpd="sng" w="7050">
              <a:solidFill>
                <a:schemeClr val="dk1"/>
              </a:solidFill>
              <a:prstDash val="solid"/>
              <a:round/>
              <a:headEnd len="med" w="med" type="none"/>
              <a:tailEnd len="med" w="med" type="triangle"/>
            </a:ln>
          </p:spPr>
        </p:cxnSp>
        <p:cxnSp>
          <p:nvCxnSpPr>
            <p:cNvPr id="183" name="Google Shape;183;p22"/>
            <p:cNvCxnSpPr/>
            <p:nvPr/>
          </p:nvCxnSpPr>
          <p:spPr>
            <a:xfrm>
              <a:off x="2066476" y="2414186"/>
              <a:ext cx="0" cy="163200"/>
            </a:xfrm>
            <a:prstGeom prst="straightConnector1">
              <a:avLst/>
            </a:prstGeom>
            <a:noFill/>
            <a:ln cap="flat" cmpd="sng" w="7050">
              <a:solidFill>
                <a:schemeClr val="dk1"/>
              </a:solidFill>
              <a:prstDash val="solid"/>
              <a:round/>
              <a:headEnd len="med" w="med" type="none"/>
              <a:tailEnd len="med" w="med" type="triangle"/>
            </a:ln>
          </p:spPr>
        </p:cxnSp>
        <p:cxnSp>
          <p:nvCxnSpPr>
            <p:cNvPr id="184" name="Google Shape;184;p22"/>
            <p:cNvCxnSpPr/>
            <p:nvPr/>
          </p:nvCxnSpPr>
          <p:spPr>
            <a:xfrm>
              <a:off x="2824908" y="2403423"/>
              <a:ext cx="0" cy="163200"/>
            </a:xfrm>
            <a:prstGeom prst="straightConnector1">
              <a:avLst/>
            </a:prstGeom>
            <a:noFill/>
            <a:ln cap="flat" cmpd="sng" w="7050">
              <a:solidFill>
                <a:schemeClr val="dk1"/>
              </a:solidFill>
              <a:prstDash val="solid"/>
              <a:round/>
              <a:headEnd len="med" w="med" type="none"/>
              <a:tailEnd len="med" w="med" type="triangle"/>
            </a:ln>
          </p:spPr>
        </p:cxnSp>
        <p:cxnSp>
          <p:nvCxnSpPr>
            <p:cNvPr id="185" name="Google Shape;185;p22"/>
            <p:cNvCxnSpPr/>
            <p:nvPr/>
          </p:nvCxnSpPr>
          <p:spPr>
            <a:xfrm>
              <a:off x="3552261" y="2408200"/>
              <a:ext cx="0" cy="163200"/>
            </a:xfrm>
            <a:prstGeom prst="straightConnector1">
              <a:avLst/>
            </a:prstGeom>
            <a:noFill/>
            <a:ln cap="flat" cmpd="sng" w="7050">
              <a:solidFill>
                <a:schemeClr val="dk1"/>
              </a:solidFill>
              <a:prstDash val="solid"/>
              <a:round/>
              <a:headEnd len="med" w="med" type="none"/>
              <a:tailEnd len="med" w="med" type="triangle"/>
            </a:ln>
          </p:spPr>
        </p:cxnSp>
        <p:cxnSp>
          <p:nvCxnSpPr>
            <p:cNvPr id="186" name="Google Shape;186;p22"/>
            <p:cNvCxnSpPr/>
            <p:nvPr/>
          </p:nvCxnSpPr>
          <p:spPr>
            <a:xfrm flipH="1" rot="10800000">
              <a:off x="3179311" y="2221698"/>
              <a:ext cx="140100" cy="7800"/>
            </a:xfrm>
            <a:prstGeom prst="straightConnector1">
              <a:avLst/>
            </a:prstGeom>
            <a:noFill/>
            <a:ln cap="flat" cmpd="sng" w="7050">
              <a:solidFill>
                <a:schemeClr val="dk1"/>
              </a:solidFill>
              <a:prstDash val="solid"/>
              <a:round/>
              <a:headEnd len="med" w="med" type="none"/>
              <a:tailEnd len="med" w="med" type="triangle"/>
            </a:ln>
          </p:spPr>
        </p:cxnSp>
        <p:cxnSp>
          <p:nvCxnSpPr>
            <p:cNvPr id="187" name="Google Shape;187;p22"/>
            <p:cNvCxnSpPr/>
            <p:nvPr/>
          </p:nvCxnSpPr>
          <p:spPr>
            <a:xfrm>
              <a:off x="1328361" y="2911443"/>
              <a:ext cx="0" cy="163200"/>
            </a:xfrm>
            <a:prstGeom prst="straightConnector1">
              <a:avLst/>
            </a:prstGeom>
            <a:noFill/>
            <a:ln cap="flat" cmpd="sng" w="7050">
              <a:solidFill>
                <a:schemeClr val="dk1"/>
              </a:solidFill>
              <a:prstDash val="solid"/>
              <a:round/>
              <a:headEnd len="med" w="med" type="none"/>
              <a:tailEnd len="med" w="med" type="triangle"/>
            </a:ln>
          </p:spPr>
        </p:cxnSp>
        <p:cxnSp>
          <p:nvCxnSpPr>
            <p:cNvPr id="188" name="Google Shape;188;p22"/>
            <p:cNvCxnSpPr/>
            <p:nvPr/>
          </p:nvCxnSpPr>
          <p:spPr>
            <a:xfrm>
              <a:off x="2071253" y="2908450"/>
              <a:ext cx="0" cy="163200"/>
            </a:xfrm>
            <a:prstGeom prst="straightConnector1">
              <a:avLst/>
            </a:prstGeom>
            <a:noFill/>
            <a:ln cap="flat" cmpd="sng" w="7050">
              <a:solidFill>
                <a:schemeClr val="dk1"/>
              </a:solidFill>
              <a:prstDash val="solid"/>
              <a:round/>
              <a:headEnd len="med" w="med" type="none"/>
              <a:tailEnd len="med" w="med" type="triangle"/>
            </a:ln>
          </p:spPr>
        </p:cxnSp>
        <p:cxnSp>
          <p:nvCxnSpPr>
            <p:cNvPr id="189" name="Google Shape;189;p22"/>
            <p:cNvCxnSpPr/>
            <p:nvPr/>
          </p:nvCxnSpPr>
          <p:spPr>
            <a:xfrm>
              <a:off x="2829685" y="2897688"/>
              <a:ext cx="0" cy="163200"/>
            </a:xfrm>
            <a:prstGeom prst="straightConnector1">
              <a:avLst/>
            </a:prstGeom>
            <a:noFill/>
            <a:ln cap="flat" cmpd="sng" w="7050">
              <a:solidFill>
                <a:schemeClr val="dk1"/>
              </a:solidFill>
              <a:prstDash val="solid"/>
              <a:round/>
              <a:headEnd len="med" w="med" type="none"/>
              <a:tailEnd len="med" w="med" type="triangle"/>
            </a:ln>
          </p:spPr>
        </p:cxnSp>
        <p:cxnSp>
          <p:nvCxnSpPr>
            <p:cNvPr id="190" name="Google Shape;190;p22"/>
            <p:cNvCxnSpPr/>
            <p:nvPr/>
          </p:nvCxnSpPr>
          <p:spPr>
            <a:xfrm>
              <a:off x="3557038" y="2902464"/>
              <a:ext cx="0" cy="163200"/>
            </a:xfrm>
            <a:prstGeom prst="straightConnector1">
              <a:avLst/>
            </a:prstGeom>
            <a:noFill/>
            <a:ln cap="flat" cmpd="sng" w="7050">
              <a:solidFill>
                <a:schemeClr val="dk1"/>
              </a:solidFill>
              <a:prstDash val="solid"/>
              <a:round/>
              <a:headEnd len="med" w="med" type="none"/>
              <a:tailEnd len="med" w="med" type="triangle"/>
            </a:ln>
          </p:spPr>
        </p:cxnSp>
        <p:cxnSp>
          <p:nvCxnSpPr>
            <p:cNvPr id="191" name="Google Shape;191;p22"/>
            <p:cNvCxnSpPr/>
            <p:nvPr/>
          </p:nvCxnSpPr>
          <p:spPr>
            <a:xfrm>
              <a:off x="1333138" y="3429016"/>
              <a:ext cx="0" cy="163200"/>
            </a:xfrm>
            <a:prstGeom prst="straightConnector1">
              <a:avLst/>
            </a:prstGeom>
            <a:noFill/>
            <a:ln cap="flat" cmpd="sng" w="7050">
              <a:solidFill>
                <a:schemeClr val="dk1"/>
              </a:solidFill>
              <a:prstDash val="solid"/>
              <a:round/>
              <a:headEnd len="med" w="med" type="none"/>
              <a:tailEnd len="med" w="med" type="triangle"/>
            </a:ln>
          </p:spPr>
        </p:cxnSp>
        <p:cxnSp>
          <p:nvCxnSpPr>
            <p:cNvPr id="192" name="Google Shape;192;p22"/>
            <p:cNvCxnSpPr/>
            <p:nvPr/>
          </p:nvCxnSpPr>
          <p:spPr>
            <a:xfrm>
              <a:off x="2076030" y="3426023"/>
              <a:ext cx="0" cy="163200"/>
            </a:xfrm>
            <a:prstGeom prst="straightConnector1">
              <a:avLst/>
            </a:prstGeom>
            <a:noFill/>
            <a:ln cap="flat" cmpd="sng" w="7050">
              <a:solidFill>
                <a:schemeClr val="dk1"/>
              </a:solidFill>
              <a:prstDash val="solid"/>
              <a:round/>
              <a:headEnd len="med" w="med" type="none"/>
              <a:tailEnd len="med" w="med" type="triangle"/>
            </a:ln>
          </p:spPr>
        </p:cxnSp>
        <p:cxnSp>
          <p:nvCxnSpPr>
            <p:cNvPr id="193" name="Google Shape;193;p22"/>
            <p:cNvCxnSpPr/>
            <p:nvPr/>
          </p:nvCxnSpPr>
          <p:spPr>
            <a:xfrm>
              <a:off x="2834462" y="3415260"/>
              <a:ext cx="0" cy="163200"/>
            </a:xfrm>
            <a:prstGeom prst="straightConnector1">
              <a:avLst/>
            </a:prstGeom>
            <a:noFill/>
            <a:ln cap="flat" cmpd="sng" w="7050">
              <a:solidFill>
                <a:schemeClr val="dk1"/>
              </a:solidFill>
              <a:prstDash val="solid"/>
              <a:round/>
              <a:headEnd len="med" w="med" type="none"/>
              <a:tailEnd len="med" w="med" type="triangle"/>
            </a:ln>
          </p:spPr>
        </p:cxnSp>
        <p:cxnSp>
          <p:nvCxnSpPr>
            <p:cNvPr id="194" name="Google Shape;194;p22"/>
            <p:cNvCxnSpPr/>
            <p:nvPr/>
          </p:nvCxnSpPr>
          <p:spPr>
            <a:xfrm>
              <a:off x="3561815" y="3420037"/>
              <a:ext cx="0" cy="163200"/>
            </a:xfrm>
            <a:prstGeom prst="straightConnector1">
              <a:avLst/>
            </a:prstGeom>
            <a:noFill/>
            <a:ln cap="flat" cmpd="sng" w="7050">
              <a:solidFill>
                <a:schemeClr val="dk1"/>
              </a:solidFill>
              <a:prstDash val="solid"/>
              <a:round/>
              <a:headEnd len="med" w="med" type="none"/>
              <a:tailEnd len="med" w="med" type="triangle"/>
            </a:ln>
          </p:spPr>
        </p:cxnSp>
        <p:cxnSp>
          <p:nvCxnSpPr>
            <p:cNvPr id="195" name="Google Shape;195;p22"/>
            <p:cNvCxnSpPr/>
            <p:nvPr/>
          </p:nvCxnSpPr>
          <p:spPr>
            <a:xfrm flipH="1" rot="10800000">
              <a:off x="2428649" y="2216921"/>
              <a:ext cx="140100" cy="7800"/>
            </a:xfrm>
            <a:prstGeom prst="straightConnector1">
              <a:avLst/>
            </a:prstGeom>
            <a:noFill/>
            <a:ln cap="flat" cmpd="sng" w="7050">
              <a:solidFill>
                <a:schemeClr val="dk1"/>
              </a:solidFill>
              <a:prstDash val="solid"/>
              <a:round/>
              <a:headEnd len="med" w="med" type="none"/>
              <a:tailEnd len="med" w="med" type="triangle"/>
            </a:ln>
          </p:spPr>
        </p:cxnSp>
        <p:cxnSp>
          <p:nvCxnSpPr>
            <p:cNvPr id="196" name="Google Shape;196;p22"/>
            <p:cNvCxnSpPr/>
            <p:nvPr/>
          </p:nvCxnSpPr>
          <p:spPr>
            <a:xfrm flipH="1" rot="10800000">
              <a:off x="1659455" y="2760796"/>
              <a:ext cx="140100" cy="7800"/>
            </a:xfrm>
            <a:prstGeom prst="straightConnector1">
              <a:avLst/>
            </a:prstGeom>
            <a:noFill/>
            <a:ln cap="flat" cmpd="sng" w="7050">
              <a:solidFill>
                <a:schemeClr val="dk1"/>
              </a:solidFill>
              <a:prstDash val="solid"/>
              <a:round/>
              <a:headEnd len="med" w="med" type="none"/>
              <a:tailEnd len="med" w="med" type="triangle"/>
            </a:ln>
          </p:spPr>
        </p:cxnSp>
        <p:cxnSp>
          <p:nvCxnSpPr>
            <p:cNvPr id="197" name="Google Shape;197;p22"/>
            <p:cNvCxnSpPr/>
            <p:nvPr/>
          </p:nvCxnSpPr>
          <p:spPr>
            <a:xfrm flipH="1" rot="10800000">
              <a:off x="3153009" y="2762580"/>
              <a:ext cx="140100" cy="7800"/>
            </a:xfrm>
            <a:prstGeom prst="straightConnector1">
              <a:avLst/>
            </a:prstGeom>
            <a:noFill/>
            <a:ln cap="flat" cmpd="sng" w="7050">
              <a:solidFill>
                <a:schemeClr val="dk1"/>
              </a:solidFill>
              <a:prstDash val="solid"/>
              <a:round/>
              <a:headEnd len="med" w="med" type="none"/>
              <a:tailEnd len="med" w="med" type="triangle"/>
            </a:ln>
          </p:spPr>
        </p:cxnSp>
        <p:cxnSp>
          <p:nvCxnSpPr>
            <p:cNvPr id="198" name="Google Shape;198;p22"/>
            <p:cNvCxnSpPr/>
            <p:nvPr/>
          </p:nvCxnSpPr>
          <p:spPr>
            <a:xfrm flipH="1" rot="10800000">
              <a:off x="2410117" y="2757803"/>
              <a:ext cx="140100" cy="7800"/>
            </a:xfrm>
            <a:prstGeom prst="straightConnector1">
              <a:avLst/>
            </a:prstGeom>
            <a:noFill/>
            <a:ln cap="flat" cmpd="sng" w="7050">
              <a:solidFill>
                <a:schemeClr val="dk1"/>
              </a:solidFill>
              <a:prstDash val="solid"/>
              <a:round/>
              <a:headEnd len="med" w="med" type="none"/>
              <a:tailEnd len="med" w="med" type="triangle"/>
            </a:ln>
          </p:spPr>
        </p:cxnSp>
        <p:cxnSp>
          <p:nvCxnSpPr>
            <p:cNvPr id="199" name="Google Shape;199;p22"/>
            <p:cNvCxnSpPr/>
            <p:nvPr/>
          </p:nvCxnSpPr>
          <p:spPr>
            <a:xfrm flipH="1" rot="10800000">
              <a:off x="1664232" y="3286138"/>
              <a:ext cx="140100" cy="7800"/>
            </a:xfrm>
            <a:prstGeom prst="straightConnector1">
              <a:avLst/>
            </a:prstGeom>
            <a:noFill/>
            <a:ln cap="flat" cmpd="sng" w="7050">
              <a:solidFill>
                <a:schemeClr val="dk1"/>
              </a:solidFill>
              <a:prstDash val="solid"/>
              <a:round/>
              <a:headEnd len="med" w="med" type="none"/>
              <a:tailEnd len="med" w="med" type="triangle"/>
            </a:ln>
          </p:spPr>
        </p:cxnSp>
        <p:cxnSp>
          <p:nvCxnSpPr>
            <p:cNvPr id="200" name="Google Shape;200;p22"/>
            <p:cNvCxnSpPr/>
            <p:nvPr/>
          </p:nvCxnSpPr>
          <p:spPr>
            <a:xfrm flipH="1" rot="10800000">
              <a:off x="3157786" y="3287922"/>
              <a:ext cx="140100" cy="7800"/>
            </a:xfrm>
            <a:prstGeom prst="straightConnector1">
              <a:avLst/>
            </a:prstGeom>
            <a:noFill/>
            <a:ln cap="flat" cmpd="sng" w="7050">
              <a:solidFill>
                <a:schemeClr val="dk1"/>
              </a:solidFill>
              <a:prstDash val="solid"/>
              <a:round/>
              <a:headEnd len="med" w="med" type="none"/>
              <a:tailEnd len="med" w="med" type="triangle"/>
            </a:ln>
          </p:spPr>
        </p:cxnSp>
        <p:cxnSp>
          <p:nvCxnSpPr>
            <p:cNvPr id="201" name="Google Shape;201;p22"/>
            <p:cNvCxnSpPr/>
            <p:nvPr/>
          </p:nvCxnSpPr>
          <p:spPr>
            <a:xfrm flipH="1" rot="10800000">
              <a:off x="2414894" y="3283145"/>
              <a:ext cx="140100" cy="7800"/>
            </a:xfrm>
            <a:prstGeom prst="straightConnector1">
              <a:avLst/>
            </a:prstGeom>
            <a:noFill/>
            <a:ln cap="flat" cmpd="sng" w="7050">
              <a:solidFill>
                <a:schemeClr val="dk1"/>
              </a:solidFill>
              <a:prstDash val="solid"/>
              <a:round/>
              <a:headEnd len="med" w="med" type="none"/>
              <a:tailEnd len="med" w="med" type="triangle"/>
            </a:ln>
          </p:spPr>
        </p:cxnSp>
        <p:cxnSp>
          <p:nvCxnSpPr>
            <p:cNvPr id="202" name="Google Shape;202;p22"/>
            <p:cNvCxnSpPr/>
            <p:nvPr/>
          </p:nvCxnSpPr>
          <p:spPr>
            <a:xfrm flipH="1" rot="10800000">
              <a:off x="1669009" y="3741554"/>
              <a:ext cx="140100" cy="7800"/>
            </a:xfrm>
            <a:prstGeom prst="straightConnector1">
              <a:avLst/>
            </a:prstGeom>
            <a:noFill/>
            <a:ln cap="flat" cmpd="sng" w="7050">
              <a:solidFill>
                <a:schemeClr val="dk1"/>
              </a:solidFill>
              <a:prstDash val="solid"/>
              <a:round/>
              <a:headEnd len="med" w="med" type="none"/>
              <a:tailEnd len="med" w="med" type="triangle"/>
            </a:ln>
          </p:spPr>
        </p:cxnSp>
        <p:cxnSp>
          <p:nvCxnSpPr>
            <p:cNvPr id="203" name="Google Shape;203;p22"/>
            <p:cNvCxnSpPr/>
            <p:nvPr/>
          </p:nvCxnSpPr>
          <p:spPr>
            <a:xfrm flipH="1" rot="10800000">
              <a:off x="3162563" y="3743338"/>
              <a:ext cx="140100" cy="7800"/>
            </a:xfrm>
            <a:prstGeom prst="straightConnector1">
              <a:avLst/>
            </a:prstGeom>
            <a:noFill/>
            <a:ln cap="flat" cmpd="sng" w="7050">
              <a:solidFill>
                <a:schemeClr val="dk1"/>
              </a:solidFill>
              <a:prstDash val="solid"/>
              <a:round/>
              <a:headEnd len="med" w="med" type="none"/>
              <a:tailEnd len="med" w="med" type="triangle"/>
            </a:ln>
          </p:spPr>
        </p:cxnSp>
        <p:cxnSp>
          <p:nvCxnSpPr>
            <p:cNvPr id="204" name="Google Shape;204;p22"/>
            <p:cNvCxnSpPr/>
            <p:nvPr/>
          </p:nvCxnSpPr>
          <p:spPr>
            <a:xfrm flipH="1" rot="10800000">
              <a:off x="2419671" y="3738561"/>
              <a:ext cx="140100" cy="7800"/>
            </a:xfrm>
            <a:prstGeom prst="straightConnector1">
              <a:avLst/>
            </a:prstGeom>
            <a:noFill/>
            <a:ln cap="flat" cmpd="sng" w="7050">
              <a:solidFill>
                <a:schemeClr val="dk1"/>
              </a:solidFill>
              <a:prstDash val="solid"/>
              <a:round/>
              <a:headEnd len="med" w="med" type="none"/>
              <a:tailEnd len="med" w="med" type="triangle"/>
            </a:ln>
          </p:spPr>
        </p:cxnSp>
      </p:grpSp>
      <p:grpSp>
        <p:nvGrpSpPr>
          <p:cNvPr id="205" name="Google Shape;205;p22"/>
          <p:cNvGrpSpPr/>
          <p:nvPr/>
        </p:nvGrpSpPr>
        <p:grpSpPr>
          <a:xfrm>
            <a:off x="3037663" y="807656"/>
            <a:ext cx="2897188" cy="1991816"/>
            <a:chOff x="3267848" y="504603"/>
            <a:chExt cx="3632838" cy="2497575"/>
          </a:xfrm>
        </p:grpSpPr>
        <p:pic>
          <p:nvPicPr>
            <p:cNvPr id="206" name="Google Shape;206;p22"/>
            <p:cNvPicPr preferRelativeResize="0"/>
            <p:nvPr/>
          </p:nvPicPr>
          <p:blipFill>
            <a:blip r:embed="rId4">
              <a:alphaModFix/>
            </a:blip>
            <a:stretch>
              <a:fillRect/>
            </a:stretch>
          </p:blipFill>
          <p:spPr>
            <a:xfrm>
              <a:off x="3267848" y="504603"/>
              <a:ext cx="3632838" cy="2497575"/>
            </a:xfrm>
            <a:prstGeom prst="rect">
              <a:avLst/>
            </a:prstGeom>
            <a:noFill/>
            <a:ln>
              <a:noFill/>
            </a:ln>
          </p:spPr>
        </p:pic>
        <p:sp>
          <p:nvSpPr>
            <p:cNvPr id="207" name="Google Shape;207;p22"/>
            <p:cNvSpPr txBox="1"/>
            <p:nvPr/>
          </p:nvSpPr>
          <p:spPr>
            <a:xfrm>
              <a:off x="4172066" y="1224611"/>
              <a:ext cx="462900" cy="375900"/>
            </a:xfrm>
            <a:prstGeom prst="rect">
              <a:avLst/>
            </a:prstGeom>
            <a:noFill/>
            <a:ln>
              <a:noFill/>
            </a:ln>
          </p:spPr>
          <p:txBody>
            <a:bodyPr anchorCtr="0" anchor="t" bIns="92400" lIns="92400" spcFirstLastPara="1" rIns="92400" wrap="square" tIns="92400">
              <a:spAutoFit/>
            </a:bodyPr>
            <a:lstStyle/>
            <a:p>
              <a:pPr indent="0" lvl="0" marL="0" rtl="0" algn="l">
                <a:spcBef>
                  <a:spcPts val="0"/>
                </a:spcBef>
                <a:spcAft>
                  <a:spcPts val="0"/>
                </a:spcAft>
                <a:buNone/>
              </a:pPr>
              <a:r>
                <a:rPr lang="en" sz="735">
                  <a:solidFill>
                    <a:schemeClr val="dk1"/>
                  </a:solidFill>
                </a:rPr>
                <a:t>b</a:t>
              </a:r>
              <a:r>
                <a:rPr lang="en" sz="432">
                  <a:solidFill>
                    <a:schemeClr val="dk1"/>
                  </a:solidFill>
                </a:rPr>
                <a:t>14</a:t>
              </a:r>
              <a:endParaRPr sz="432">
                <a:solidFill>
                  <a:schemeClr val="dk1"/>
                </a:solidFill>
              </a:endParaRPr>
            </a:p>
          </p:txBody>
        </p:sp>
        <p:sp>
          <p:nvSpPr>
            <p:cNvPr id="208" name="Google Shape;208;p22"/>
            <p:cNvSpPr txBox="1"/>
            <p:nvPr/>
          </p:nvSpPr>
          <p:spPr>
            <a:xfrm>
              <a:off x="4408558" y="964414"/>
              <a:ext cx="462900" cy="375900"/>
            </a:xfrm>
            <a:prstGeom prst="rect">
              <a:avLst/>
            </a:prstGeom>
            <a:noFill/>
            <a:ln>
              <a:noFill/>
            </a:ln>
          </p:spPr>
          <p:txBody>
            <a:bodyPr anchorCtr="0" anchor="t" bIns="92400" lIns="92400" spcFirstLastPara="1" rIns="92400" wrap="square" tIns="92400">
              <a:spAutoFit/>
            </a:bodyPr>
            <a:lstStyle/>
            <a:p>
              <a:pPr indent="0" lvl="0" marL="0" rtl="0" algn="l">
                <a:spcBef>
                  <a:spcPts val="0"/>
                </a:spcBef>
                <a:spcAft>
                  <a:spcPts val="0"/>
                </a:spcAft>
                <a:buNone/>
              </a:pPr>
              <a:r>
                <a:rPr lang="en" sz="735">
                  <a:solidFill>
                    <a:schemeClr val="dk1"/>
                  </a:solidFill>
                </a:rPr>
                <a:t>a</a:t>
              </a:r>
              <a:r>
                <a:rPr lang="en" sz="432">
                  <a:solidFill>
                    <a:schemeClr val="dk1"/>
                  </a:solidFill>
                </a:rPr>
                <a:t>41</a:t>
              </a:r>
              <a:endParaRPr sz="432">
                <a:solidFill>
                  <a:schemeClr val="dk1"/>
                </a:solidFill>
              </a:endParaRPr>
            </a:p>
          </p:txBody>
        </p:sp>
        <p:cxnSp>
          <p:nvCxnSpPr>
            <p:cNvPr id="209" name="Google Shape;209;p22"/>
            <p:cNvCxnSpPr/>
            <p:nvPr/>
          </p:nvCxnSpPr>
          <p:spPr>
            <a:xfrm flipH="1" rot="10800000">
              <a:off x="4547664" y="1174094"/>
              <a:ext cx="140100" cy="7800"/>
            </a:xfrm>
            <a:prstGeom prst="straightConnector1">
              <a:avLst/>
            </a:prstGeom>
            <a:noFill/>
            <a:ln cap="flat" cmpd="sng" w="7575">
              <a:solidFill>
                <a:schemeClr val="dk1"/>
              </a:solidFill>
              <a:prstDash val="solid"/>
              <a:round/>
              <a:headEnd len="med" w="med" type="none"/>
              <a:tailEnd len="med" w="med" type="triangle"/>
            </a:ln>
          </p:spPr>
        </p:cxnSp>
        <p:cxnSp>
          <p:nvCxnSpPr>
            <p:cNvPr id="210" name="Google Shape;210;p22"/>
            <p:cNvCxnSpPr/>
            <p:nvPr/>
          </p:nvCxnSpPr>
          <p:spPr>
            <a:xfrm>
              <a:off x="4239878" y="1348050"/>
              <a:ext cx="0" cy="163200"/>
            </a:xfrm>
            <a:prstGeom prst="straightConnector1">
              <a:avLst/>
            </a:prstGeom>
            <a:noFill/>
            <a:ln cap="flat" cmpd="sng" w="7575">
              <a:solidFill>
                <a:schemeClr val="dk1"/>
              </a:solidFill>
              <a:prstDash val="solid"/>
              <a:round/>
              <a:headEnd len="med" w="med" type="none"/>
              <a:tailEnd len="med" w="med" type="triangle"/>
            </a:ln>
          </p:spPr>
        </p:cxnSp>
        <p:cxnSp>
          <p:nvCxnSpPr>
            <p:cNvPr id="211" name="Google Shape;211;p22"/>
            <p:cNvCxnSpPr/>
            <p:nvPr/>
          </p:nvCxnSpPr>
          <p:spPr>
            <a:xfrm>
              <a:off x="4982771" y="1345058"/>
              <a:ext cx="0" cy="163200"/>
            </a:xfrm>
            <a:prstGeom prst="straightConnector1">
              <a:avLst/>
            </a:prstGeom>
            <a:noFill/>
            <a:ln cap="flat" cmpd="sng" w="7575">
              <a:solidFill>
                <a:schemeClr val="dk1"/>
              </a:solidFill>
              <a:prstDash val="solid"/>
              <a:round/>
              <a:headEnd len="med" w="med" type="none"/>
              <a:tailEnd len="med" w="med" type="triangle"/>
            </a:ln>
          </p:spPr>
        </p:cxnSp>
        <p:cxnSp>
          <p:nvCxnSpPr>
            <p:cNvPr id="212" name="Google Shape;212;p22"/>
            <p:cNvCxnSpPr/>
            <p:nvPr/>
          </p:nvCxnSpPr>
          <p:spPr>
            <a:xfrm>
              <a:off x="5741203" y="1334295"/>
              <a:ext cx="0" cy="163200"/>
            </a:xfrm>
            <a:prstGeom prst="straightConnector1">
              <a:avLst/>
            </a:prstGeom>
            <a:noFill/>
            <a:ln cap="flat" cmpd="sng" w="7575">
              <a:solidFill>
                <a:schemeClr val="dk1"/>
              </a:solidFill>
              <a:prstDash val="solid"/>
              <a:round/>
              <a:headEnd len="med" w="med" type="none"/>
              <a:tailEnd len="med" w="med" type="triangle"/>
            </a:ln>
          </p:spPr>
        </p:cxnSp>
        <p:cxnSp>
          <p:nvCxnSpPr>
            <p:cNvPr id="213" name="Google Shape;213;p22"/>
            <p:cNvCxnSpPr/>
            <p:nvPr/>
          </p:nvCxnSpPr>
          <p:spPr>
            <a:xfrm>
              <a:off x="6468556" y="1339072"/>
              <a:ext cx="0" cy="163200"/>
            </a:xfrm>
            <a:prstGeom prst="straightConnector1">
              <a:avLst/>
            </a:prstGeom>
            <a:noFill/>
            <a:ln cap="flat" cmpd="sng" w="7575">
              <a:solidFill>
                <a:schemeClr val="dk1"/>
              </a:solidFill>
              <a:prstDash val="solid"/>
              <a:round/>
              <a:headEnd len="med" w="med" type="none"/>
              <a:tailEnd len="med" w="med" type="triangle"/>
            </a:ln>
          </p:spPr>
        </p:cxnSp>
        <p:cxnSp>
          <p:nvCxnSpPr>
            <p:cNvPr id="214" name="Google Shape;214;p22"/>
            <p:cNvCxnSpPr/>
            <p:nvPr/>
          </p:nvCxnSpPr>
          <p:spPr>
            <a:xfrm flipH="1" rot="10800000">
              <a:off x="6041218" y="1175879"/>
              <a:ext cx="140100" cy="7800"/>
            </a:xfrm>
            <a:prstGeom prst="straightConnector1">
              <a:avLst/>
            </a:prstGeom>
            <a:noFill/>
            <a:ln cap="flat" cmpd="sng" w="7575">
              <a:solidFill>
                <a:schemeClr val="dk1"/>
              </a:solidFill>
              <a:prstDash val="solid"/>
              <a:round/>
              <a:headEnd len="med" w="med" type="none"/>
              <a:tailEnd len="med" w="med" type="triangle"/>
            </a:ln>
          </p:spPr>
        </p:cxnSp>
        <p:cxnSp>
          <p:nvCxnSpPr>
            <p:cNvPr id="215" name="Google Shape;215;p22"/>
            <p:cNvCxnSpPr/>
            <p:nvPr/>
          </p:nvCxnSpPr>
          <p:spPr>
            <a:xfrm>
              <a:off x="4244655" y="1842314"/>
              <a:ext cx="0" cy="163200"/>
            </a:xfrm>
            <a:prstGeom prst="straightConnector1">
              <a:avLst/>
            </a:prstGeom>
            <a:noFill/>
            <a:ln cap="flat" cmpd="sng" w="7575">
              <a:solidFill>
                <a:schemeClr val="dk1"/>
              </a:solidFill>
              <a:prstDash val="solid"/>
              <a:round/>
              <a:headEnd len="med" w="med" type="none"/>
              <a:tailEnd len="med" w="med" type="triangle"/>
            </a:ln>
          </p:spPr>
        </p:cxnSp>
        <p:cxnSp>
          <p:nvCxnSpPr>
            <p:cNvPr id="216" name="Google Shape;216;p22"/>
            <p:cNvCxnSpPr/>
            <p:nvPr/>
          </p:nvCxnSpPr>
          <p:spPr>
            <a:xfrm>
              <a:off x="4987548" y="1839322"/>
              <a:ext cx="0" cy="163200"/>
            </a:xfrm>
            <a:prstGeom prst="straightConnector1">
              <a:avLst/>
            </a:prstGeom>
            <a:noFill/>
            <a:ln cap="flat" cmpd="sng" w="7575">
              <a:solidFill>
                <a:schemeClr val="dk1"/>
              </a:solidFill>
              <a:prstDash val="solid"/>
              <a:round/>
              <a:headEnd len="med" w="med" type="none"/>
              <a:tailEnd len="med" w="med" type="triangle"/>
            </a:ln>
          </p:spPr>
        </p:cxnSp>
        <p:cxnSp>
          <p:nvCxnSpPr>
            <p:cNvPr id="217" name="Google Shape;217;p22"/>
            <p:cNvCxnSpPr/>
            <p:nvPr/>
          </p:nvCxnSpPr>
          <p:spPr>
            <a:xfrm>
              <a:off x="5745979" y="1828559"/>
              <a:ext cx="0" cy="163200"/>
            </a:xfrm>
            <a:prstGeom prst="straightConnector1">
              <a:avLst/>
            </a:prstGeom>
            <a:noFill/>
            <a:ln cap="flat" cmpd="sng" w="7575">
              <a:solidFill>
                <a:schemeClr val="dk1"/>
              </a:solidFill>
              <a:prstDash val="solid"/>
              <a:round/>
              <a:headEnd len="med" w="med" type="none"/>
              <a:tailEnd len="med" w="med" type="triangle"/>
            </a:ln>
          </p:spPr>
        </p:cxnSp>
        <p:cxnSp>
          <p:nvCxnSpPr>
            <p:cNvPr id="218" name="Google Shape;218;p22"/>
            <p:cNvCxnSpPr/>
            <p:nvPr/>
          </p:nvCxnSpPr>
          <p:spPr>
            <a:xfrm>
              <a:off x="6473333" y="1833336"/>
              <a:ext cx="0" cy="163200"/>
            </a:xfrm>
            <a:prstGeom prst="straightConnector1">
              <a:avLst/>
            </a:prstGeom>
            <a:noFill/>
            <a:ln cap="flat" cmpd="sng" w="7575">
              <a:solidFill>
                <a:schemeClr val="dk1"/>
              </a:solidFill>
              <a:prstDash val="solid"/>
              <a:round/>
              <a:headEnd len="med" w="med" type="none"/>
              <a:tailEnd len="med" w="med" type="triangle"/>
            </a:ln>
          </p:spPr>
        </p:cxnSp>
        <p:cxnSp>
          <p:nvCxnSpPr>
            <p:cNvPr id="219" name="Google Shape;219;p22"/>
            <p:cNvCxnSpPr/>
            <p:nvPr/>
          </p:nvCxnSpPr>
          <p:spPr>
            <a:xfrm>
              <a:off x="4249432" y="2359887"/>
              <a:ext cx="0" cy="163200"/>
            </a:xfrm>
            <a:prstGeom prst="straightConnector1">
              <a:avLst/>
            </a:prstGeom>
            <a:noFill/>
            <a:ln cap="flat" cmpd="sng" w="7575">
              <a:solidFill>
                <a:schemeClr val="dk1"/>
              </a:solidFill>
              <a:prstDash val="solid"/>
              <a:round/>
              <a:headEnd len="med" w="med" type="none"/>
              <a:tailEnd len="med" w="med" type="triangle"/>
            </a:ln>
          </p:spPr>
        </p:cxnSp>
        <p:cxnSp>
          <p:nvCxnSpPr>
            <p:cNvPr id="220" name="Google Shape;220;p22"/>
            <p:cNvCxnSpPr/>
            <p:nvPr/>
          </p:nvCxnSpPr>
          <p:spPr>
            <a:xfrm>
              <a:off x="4992325" y="2356895"/>
              <a:ext cx="0" cy="163200"/>
            </a:xfrm>
            <a:prstGeom prst="straightConnector1">
              <a:avLst/>
            </a:prstGeom>
            <a:noFill/>
            <a:ln cap="flat" cmpd="sng" w="7575">
              <a:solidFill>
                <a:schemeClr val="dk1"/>
              </a:solidFill>
              <a:prstDash val="solid"/>
              <a:round/>
              <a:headEnd len="med" w="med" type="none"/>
              <a:tailEnd len="med" w="med" type="triangle"/>
            </a:ln>
          </p:spPr>
        </p:cxnSp>
        <p:cxnSp>
          <p:nvCxnSpPr>
            <p:cNvPr id="221" name="Google Shape;221;p22"/>
            <p:cNvCxnSpPr/>
            <p:nvPr/>
          </p:nvCxnSpPr>
          <p:spPr>
            <a:xfrm>
              <a:off x="5750756" y="2346132"/>
              <a:ext cx="0" cy="163200"/>
            </a:xfrm>
            <a:prstGeom prst="straightConnector1">
              <a:avLst/>
            </a:prstGeom>
            <a:noFill/>
            <a:ln cap="flat" cmpd="sng" w="7575">
              <a:solidFill>
                <a:schemeClr val="dk1"/>
              </a:solidFill>
              <a:prstDash val="solid"/>
              <a:round/>
              <a:headEnd len="med" w="med" type="none"/>
              <a:tailEnd len="med" w="med" type="triangle"/>
            </a:ln>
          </p:spPr>
        </p:cxnSp>
        <p:cxnSp>
          <p:nvCxnSpPr>
            <p:cNvPr id="222" name="Google Shape;222;p22"/>
            <p:cNvCxnSpPr/>
            <p:nvPr/>
          </p:nvCxnSpPr>
          <p:spPr>
            <a:xfrm>
              <a:off x="6478110" y="2350909"/>
              <a:ext cx="0" cy="163200"/>
            </a:xfrm>
            <a:prstGeom prst="straightConnector1">
              <a:avLst/>
            </a:prstGeom>
            <a:noFill/>
            <a:ln cap="flat" cmpd="sng" w="7575">
              <a:solidFill>
                <a:schemeClr val="dk1"/>
              </a:solidFill>
              <a:prstDash val="solid"/>
              <a:round/>
              <a:headEnd len="med" w="med" type="none"/>
              <a:tailEnd len="med" w="med" type="triangle"/>
            </a:ln>
          </p:spPr>
        </p:cxnSp>
        <p:cxnSp>
          <p:nvCxnSpPr>
            <p:cNvPr id="223" name="Google Shape;223;p22"/>
            <p:cNvCxnSpPr/>
            <p:nvPr/>
          </p:nvCxnSpPr>
          <p:spPr>
            <a:xfrm flipH="1" rot="10800000">
              <a:off x="5298326" y="1171102"/>
              <a:ext cx="140100" cy="7800"/>
            </a:xfrm>
            <a:prstGeom prst="straightConnector1">
              <a:avLst/>
            </a:prstGeom>
            <a:noFill/>
            <a:ln cap="flat" cmpd="sng" w="7575">
              <a:solidFill>
                <a:schemeClr val="dk1"/>
              </a:solidFill>
              <a:prstDash val="solid"/>
              <a:round/>
              <a:headEnd len="med" w="med" type="none"/>
              <a:tailEnd len="med" w="med" type="triangle"/>
            </a:ln>
          </p:spPr>
        </p:cxnSp>
        <p:cxnSp>
          <p:nvCxnSpPr>
            <p:cNvPr id="224" name="Google Shape;224;p22"/>
            <p:cNvCxnSpPr/>
            <p:nvPr/>
          </p:nvCxnSpPr>
          <p:spPr>
            <a:xfrm flipH="1" rot="10800000">
              <a:off x="4575749" y="1691667"/>
              <a:ext cx="140100" cy="7800"/>
            </a:xfrm>
            <a:prstGeom prst="straightConnector1">
              <a:avLst/>
            </a:prstGeom>
            <a:noFill/>
            <a:ln cap="flat" cmpd="sng" w="7575">
              <a:solidFill>
                <a:schemeClr val="dk1"/>
              </a:solidFill>
              <a:prstDash val="solid"/>
              <a:round/>
              <a:headEnd len="med" w="med" type="none"/>
              <a:tailEnd len="med" w="med" type="triangle"/>
            </a:ln>
          </p:spPr>
        </p:cxnSp>
        <p:cxnSp>
          <p:nvCxnSpPr>
            <p:cNvPr id="225" name="Google Shape;225;p22"/>
            <p:cNvCxnSpPr/>
            <p:nvPr/>
          </p:nvCxnSpPr>
          <p:spPr>
            <a:xfrm flipH="1" rot="10800000">
              <a:off x="6069304" y="1693451"/>
              <a:ext cx="140100" cy="7800"/>
            </a:xfrm>
            <a:prstGeom prst="straightConnector1">
              <a:avLst/>
            </a:prstGeom>
            <a:noFill/>
            <a:ln cap="flat" cmpd="sng" w="7575">
              <a:solidFill>
                <a:schemeClr val="dk1"/>
              </a:solidFill>
              <a:prstDash val="solid"/>
              <a:round/>
              <a:headEnd len="med" w="med" type="none"/>
              <a:tailEnd len="med" w="med" type="triangle"/>
            </a:ln>
          </p:spPr>
        </p:cxnSp>
        <p:cxnSp>
          <p:nvCxnSpPr>
            <p:cNvPr id="226" name="Google Shape;226;p22"/>
            <p:cNvCxnSpPr/>
            <p:nvPr/>
          </p:nvCxnSpPr>
          <p:spPr>
            <a:xfrm flipH="1" rot="10800000">
              <a:off x="5326411" y="1688675"/>
              <a:ext cx="140100" cy="7800"/>
            </a:xfrm>
            <a:prstGeom prst="straightConnector1">
              <a:avLst/>
            </a:prstGeom>
            <a:noFill/>
            <a:ln cap="flat" cmpd="sng" w="7575">
              <a:solidFill>
                <a:schemeClr val="dk1"/>
              </a:solidFill>
              <a:prstDash val="solid"/>
              <a:round/>
              <a:headEnd len="med" w="med" type="none"/>
              <a:tailEnd len="med" w="med" type="triangle"/>
            </a:ln>
          </p:spPr>
        </p:cxnSp>
        <p:cxnSp>
          <p:nvCxnSpPr>
            <p:cNvPr id="227" name="Google Shape;227;p22"/>
            <p:cNvCxnSpPr/>
            <p:nvPr/>
          </p:nvCxnSpPr>
          <p:spPr>
            <a:xfrm flipH="1" rot="10800000">
              <a:off x="4580526" y="2217010"/>
              <a:ext cx="140100" cy="7800"/>
            </a:xfrm>
            <a:prstGeom prst="straightConnector1">
              <a:avLst/>
            </a:prstGeom>
            <a:noFill/>
            <a:ln cap="flat" cmpd="sng" w="7575">
              <a:solidFill>
                <a:schemeClr val="dk1"/>
              </a:solidFill>
              <a:prstDash val="solid"/>
              <a:round/>
              <a:headEnd len="med" w="med" type="none"/>
              <a:tailEnd len="med" w="med" type="triangle"/>
            </a:ln>
          </p:spPr>
        </p:cxnSp>
        <p:cxnSp>
          <p:nvCxnSpPr>
            <p:cNvPr id="228" name="Google Shape;228;p22"/>
            <p:cNvCxnSpPr/>
            <p:nvPr/>
          </p:nvCxnSpPr>
          <p:spPr>
            <a:xfrm flipH="1" rot="10800000">
              <a:off x="6074081" y="2218794"/>
              <a:ext cx="140100" cy="7800"/>
            </a:xfrm>
            <a:prstGeom prst="straightConnector1">
              <a:avLst/>
            </a:prstGeom>
            <a:noFill/>
            <a:ln cap="flat" cmpd="sng" w="7575">
              <a:solidFill>
                <a:schemeClr val="dk1"/>
              </a:solidFill>
              <a:prstDash val="solid"/>
              <a:round/>
              <a:headEnd len="med" w="med" type="none"/>
              <a:tailEnd len="med" w="med" type="triangle"/>
            </a:ln>
          </p:spPr>
        </p:cxnSp>
        <p:cxnSp>
          <p:nvCxnSpPr>
            <p:cNvPr id="229" name="Google Shape;229;p22"/>
            <p:cNvCxnSpPr/>
            <p:nvPr/>
          </p:nvCxnSpPr>
          <p:spPr>
            <a:xfrm flipH="1" rot="10800000">
              <a:off x="5331188" y="2214017"/>
              <a:ext cx="140100" cy="7800"/>
            </a:xfrm>
            <a:prstGeom prst="straightConnector1">
              <a:avLst/>
            </a:prstGeom>
            <a:noFill/>
            <a:ln cap="flat" cmpd="sng" w="7575">
              <a:solidFill>
                <a:schemeClr val="dk1"/>
              </a:solidFill>
              <a:prstDash val="solid"/>
              <a:round/>
              <a:headEnd len="med" w="med" type="none"/>
              <a:tailEnd len="med" w="med" type="triangle"/>
            </a:ln>
          </p:spPr>
        </p:cxnSp>
        <p:cxnSp>
          <p:nvCxnSpPr>
            <p:cNvPr id="230" name="Google Shape;230;p22"/>
            <p:cNvCxnSpPr/>
            <p:nvPr/>
          </p:nvCxnSpPr>
          <p:spPr>
            <a:xfrm flipH="1" rot="10800000">
              <a:off x="4585303" y="2672426"/>
              <a:ext cx="140100" cy="7800"/>
            </a:xfrm>
            <a:prstGeom prst="straightConnector1">
              <a:avLst/>
            </a:prstGeom>
            <a:noFill/>
            <a:ln cap="flat" cmpd="sng" w="7575">
              <a:solidFill>
                <a:schemeClr val="dk1"/>
              </a:solidFill>
              <a:prstDash val="solid"/>
              <a:round/>
              <a:headEnd len="med" w="med" type="none"/>
              <a:tailEnd len="med" w="med" type="triangle"/>
            </a:ln>
          </p:spPr>
        </p:cxnSp>
        <p:cxnSp>
          <p:nvCxnSpPr>
            <p:cNvPr id="231" name="Google Shape;231;p22"/>
            <p:cNvCxnSpPr/>
            <p:nvPr/>
          </p:nvCxnSpPr>
          <p:spPr>
            <a:xfrm flipH="1" rot="10800000">
              <a:off x="6078858" y="2674210"/>
              <a:ext cx="140100" cy="7800"/>
            </a:xfrm>
            <a:prstGeom prst="straightConnector1">
              <a:avLst/>
            </a:prstGeom>
            <a:noFill/>
            <a:ln cap="flat" cmpd="sng" w="7575">
              <a:solidFill>
                <a:schemeClr val="dk1"/>
              </a:solidFill>
              <a:prstDash val="solid"/>
              <a:round/>
              <a:headEnd len="med" w="med" type="none"/>
              <a:tailEnd len="med" w="med" type="triangle"/>
            </a:ln>
          </p:spPr>
        </p:cxnSp>
        <p:cxnSp>
          <p:nvCxnSpPr>
            <p:cNvPr id="232" name="Google Shape;232;p22"/>
            <p:cNvCxnSpPr/>
            <p:nvPr/>
          </p:nvCxnSpPr>
          <p:spPr>
            <a:xfrm flipH="1" rot="10800000">
              <a:off x="5335965" y="2669433"/>
              <a:ext cx="140100" cy="7800"/>
            </a:xfrm>
            <a:prstGeom prst="straightConnector1">
              <a:avLst/>
            </a:prstGeom>
            <a:noFill/>
            <a:ln cap="flat" cmpd="sng" w="7575">
              <a:solidFill>
                <a:schemeClr val="dk1"/>
              </a:solidFill>
              <a:prstDash val="solid"/>
              <a:round/>
              <a:headEnd len="med" w="med" type="none"/>
              <a:tailEnd len="med" w="med" type="triangle"/>
            </a:ln>
          </p:spPr>
        </p:cxnSp>
      </p:grpSp>
      <p:sp>
        <p:nvSpPr>
          <p:cNvPr id="233" name="Google Shape;233;p22"/>
          <p:cNvSpPr/>
          <p:nvPr/>
        </p:nvSpPr>
        <p:spPr>
          <a:xfrm>
            <a:off x="2994504" y="1844940"/>
            <a:ext cx="210000" cy="202500"/>
          </a:xfrm>
          <a:prstGeom prst="rightArrow">
            <a:avLst>
              <a:gd fmla="val 50000" name="adj1"/>
              <a:gd fmla="val 50000" name="adj2"/>
            </a:avLst>
          </a:prstGeom>
          <a:solidFill>
            <a:schemeClr val="lt2"/>
          </a:solidFill>
          <a:ln cap="flat" cmpd="sng" w="9200">
            <a:solidFill>
              <a:schemeClr val="dk2"/>
            </a:solidFill>
            <a:prstDash val="solid"/>
            <a:round/>
            <a:headEnd len="sm" w="sm" type="none"/>
            <a:tailEnd len="sm" w="sm" type="none"/>
          </a:ln>
        </p:spPr>
        <p:txBody>
          <a:bodyPr anchorCtr="0" anchor="ctr" bIns="88275" lIns="88275" spcFirstLastPara="1" rIns="88275" wrap="square" tIns="88275">
            <a:noAutofit/>
          </a:bodyPr>
          <a:lstStyle/>
          <a:p>
            <a:pPr indent="0" lvl="0" marL="0" rtl="0" algn="ctr">
              <a:spcBef>
                <a:spcPts val="0"/>
              </a:spcBef>
              <a:spcAft>
                <a:spcPts val="0"/>
              </a:spcAft>
              <a:buNone/>
            </a:pPr>
            <a:r>
              <a:t/>
            </a:r>
            <a:endParaRPr sz="1352"/>
          </a:p>
        </p:txBody>
      </p:sp>
      <p:sp>
        <p:nvSpPr>
          <p:cNvPr id="234" name="Google Shape;234;p22"/>
          <p:cNvSpPr txBox="1"/>
          <p:nvPr/>
        </p:nvSpPr>
        <p:spPr>
          <a:xfrm>
            <a:off x="8599211" y="1676491"/>
            <a:ext cx="365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t>
            </a:r>
            <a:endParaRPr sz="1800">
              <a:solidFill>
                <a:schemeClr val="dk2"/>
              </a:solidFill>
            </a:endParaRPr>
          </a:p>
        </p:txBody>
      </p:sp>
      <p:sp>
        <p:nvSpPr>
          <p:cNvPr id="235" name="Google Shape;235;p22"/>
          <p:cNvSpPr txBox="1"/>
          <p:nvPr/>
        </p:nvSpPr>
        <p:spPr>
          <a:xfrm>
            <a:off x="4157398" y="490782"/>
            <a:ext cx="1017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Cycle 1</a:t>
            </a:r>
            <a:endParaRPr sz="1800">
              <a:solidFill>
                <a:schemeClr val="dk2"/>
              </a:solidFill>
            </a:endParaRPr>
          </a:p>
        </p:txBody>
      </p:sp>
      <p:grpSp>
        <p:nvGrpSpPr>
          <p:cNvPr id="236" name="Google Shape;236;p22"/>
          <p:cNvGrpSpPr/>
          <p:nvPr/>
        </p:nvGrpSpPr>
        <p:grpSpPr>
          <a:xfrm>
            <a:off x="6006020" y="1126591"/>
            <a:ext cx="2454939" cy="1712116"/>
            <a:chOff x="6006020" y="1126591"/>
            <a:chExt cx="2454939" cy="1712116"/>
          </a:xfrm>
        </p:grpSpPr>
        <p:grpSp>
          <p:nvGrpSpPr>
            <p:cNvPr id="237" name="Google Shape;237;p22"/>
            <p:cNvGrpSpPr/>
            <p:nvPr/>
          </p:nvGrpSpPr>
          <p:grpSpPr>
            <a:xfrm>
              <a:off x="6006020" y="1126591"/>
              <a:ext cx="2454939" cy="1712116"/>
              <a:chOff x="6478600" y="1285682"/>
              <a:chExt cx="2542924" cy="1773479"/>
            </a:xfrm>
          </p:grpSpPr>
          <p:grpSp>
            <p:nvGrpSpPr>
              <p:cNvPr id="238" name="Google Shape;238;p22"/>
              <p:cNvGrpSpPr/>
              <p:nvPr/>
            </p:nvGrpSpPr>
            <p:grpSpPr>
              <a:xfrm>
                <a:off x="6478600" y="1285682"/>
                <a:ext cx="2542924" cy="1773479"/>
                <a:chOff x="6478600" y="1285682"/>
                <a:chExt cx="2542924" cy="1773479"/>
              </a:xfrm>
            </p:grpSpPr>
            <p:pic>
              <p:nvPicPr>
                <p:cNvPr id="239" name="Google Shape;239;p22"/>
                <p:cNvPicPr preferRelativeResize="0"/>
                <p:nvPr/>
              </p:nvPicPr>
              <p:blipFill>
                <a:blip r:embed="rId5">
                  <a:alphaModFix/>
                </a:blip>
                <a:stretch>
                  <a:fillRect/>
                </a:stretch>
              </p:blipFill>
              <p:spPr>
                <a:xfrm>
                  <a:off x="6478600" y="1285682"/>
                  <a:ext cx="2542924" cy="1773479"/>
                </a:xfrm>
                <a:prstGeom prst="rect">
                  <a:avLst/>
                </a:prstGeom>
                <a:noFill/>
                <a:ln>
                  <a:noFill/>
                </a:ln>
              </p:spPr>
            </p:pic>
            <p:cxnSp>
              <p:nvCxnSpPr>
                <p:cNvPr id="240" name="Google Shape;240;p22"/>
                <p:cNvCxnSpPr/>
                <p:nvPr/>
              </p:nvCxnSpPr>
              <p:spPr>
                <a:xfrm flipH="1" rot="10800000">
                  <a:off x="7120694" y="1556676"/>
                  <a:ext cx="117000" cy="6300"/>
                </a:xfrm>
                <a:prstGeom prst="straightConnector1">
                  <a:avLst/>
                </a:prstGeom>
                <a:noFill/>
                <a:ln cap="flat" cmpd="sng" w="7650">
                  <a:solidFill>
                    <a:schemeClr val="dk1"/>
                  </a:solidFill>
                  <a:prstDash val="solid"/>
                  <a:round/>
                  <a:headEnd len="med" w="med" type="none"/>
                  <a:tailEnd len="med" w="med" type="triangle"/>
                </a:ln>
              </p:spPr>
            </p:cxnSp>
            <p:cxnSp>
              <p:nvCxnSpPr>
                <p:cNvPr id="241" name="Google Shape;241;p22"/>
                <p:cNvCxnSpPr/>
                <p:nvPr/>
              </p:nvCxnSpPr>
              <p:spPr>
                <a:xfrm>
                  <a:off x="6840725" y="1701533"/>
                  <a:ext cx="0" cy="135900"/>
                </a:xfrm>
                <a:prstGeom prst="straightConnector1">
                  <a:avLst/>
                </a:prstGeom>
                <a:noFill/>
                <a:ln cap="flat" cmpd="sng" w="7650">
                  <a:solidFill>
                    <a:schemeClr val="dk1"/>
                  </a:solidFill>
                  <a:prstDash val="solid"/>
                  <a:round/>
                  <a:headEnd len="med" w="med" type="none"/>
                  <a:tailEnd len="med" w="med" type="triangle"/>
                </a:ln>
              </p:spPr>
            </p:cxnSp>
            <p:cxnSp>
              <p:nvCxnSpPr>
                <p:cNvPr id="242" name="Google Shape;242;p22"/>
                <p:cNvCxnSpPr/>
                <p:nvPr/>
              </p:nvCxnSpPr>
              <p:spPr>
                <a:xfrm>
                  <a:off x="7460219" y="1699037"/>
                  <a:ext cx="0" cy="135900"/>
                </a:xfrm>
                <a:prstGeom prst="straightConnector1">
                  <a:avLst/>
                </a:prstGeom>
                <a:noFill/>
                <a:ln cap="flat" cmpd="sng" w="7650">
                  <a:solidFill>
                    <a:schemeClr val="dk1"/>
                  </a:solidFill>
                  <a:prstDash val="solid"/>
                  <a:round/>
                  <a:headEnd len="med" w="med" type="none"/>
                  <a:tailEnd len="med" w="med" type="triangle"/>
                </a:ln>
              </p:spPr>
            </p:cxnSp>
            <p:cxnSp>
              <p:nvCxnSpPr>
                <p:cNvPr id="243" name="Google Shape;243;p22"/>
                <p:cNvCxnSpPr/>
                <p:nvPr/>
              </p:nvCxnSpPr>
              <p:spPr>
                <a:xfrm>
                  <a:off x="8092672" y="1690062"/>
                  <a:ext cx="0" cy="135900"/>
                </a:xfrm>
                <a:prstGeom prst="straightConnector1">
                  <a:avLst/>
                </a:prstGeom>
                <a:noFill/>
                <a:ln cap="flat" cmpd="sng" w="7650">
                  <a:solidFill>
                    <a:schemeClr val="dk1"/>
                  </a:solidFill>
                  <a:prstDash val="solid"/>
                  <a:round/>
                  <a:headEnd len="med" w="med" type="none"/>
                  <a:tailEnd len="med" w="med" type="triangle"/>
                </a:ln>
              </p:spPr>
            </p:cxnSp>
            <p:cxnSp>
              <p:nvCxnSpPr>
                <p:cNvPr id="244" name="Google Shape;244;p22"/>
                <p:cNvCxnSpPr/>
                <p:nvPr/>
              </p:nvCxnSpPr>
              <p:spPr>
                <a:xfrm>
                  <a:off x="8699208" y="1694046"/>
                  <a:ext cx="0" cy="135900"/>
                </a:xfrm>
                <a:prstGeom prst="straightConnector1">
                  <a:avLst/>
                </a:prstGeom>
                <a:noFill/>
                <a:ln cap="flat" cmpd="sng" w="7650">
                  <a:solidFill>
                    <a:schemeClr val="dk1"/>
                  </a:solidFill>
                  <a:prstDash val="solid"/>
                  <a:round/>
                  <a:headEnd len="med" w="med" type="none"/>
                  <a:tailEnd len="med" w="med" type="triangle"/>
                </a:ln>
              </p:spPr>
            </p:cxnSp>
            <p:cxnSp>
              <p:nvCxnSpPr>
                <p:cNvPr id="245" name="Google Shape;245;p22"/>
                <p:cNvCxnSpPr/>
                <p:nvPr/>
              </p:nvCxnSpPr>
              <p:spPr>
                <a:xfrm flipH="1" rot="10800000">
                  <a:off x="8342853" y="1558164"/>
                  <a:ext cx="117000" cy="6300"/>
                </a:xfrm>
                <a:prstGeom prst="straightConnector1">
                  <a:avLst/>
                </a:prstGeom>
                <a:noFill/>
                <a:ln cap="flat" cmpd="sng" w="7650">
                  <a:solidFill>
                    <a:schemeClr val="dk1"/>
                  </a:solidFill>
                  <a:prstDash val="solid"/>
                  <a:round/>
                  <a:headEnd len="med" w="med" type="none"/>
                  <a:tailEnd len="med" w="med" type="triangle"/>
                </a:ln>
              </p:spPr>
            </p:cxnSp>
            <p:cxnSp>
              <p:nvCxnSpPr>
                <p:cNvPr id="246" name="Google Shape;246;p22"/>
                <p:cNvCxnSpPr/>
                <p:nvPr/>
              </p:nvCxnSpPr>
              <p:spPr>
                <a:xfrm>
                  <a:off x="6844708" y="2113697"/>
                  <a:ext cx="0" cy="135900"/>
                </a:xfrm>
                <a:prstGeom prst="straightConnector1">
                  <a:avLst/>
                </a:prstGeom>
                <a:noFill/>
                <a:ln cap="flat" cmpd="sng" w="7650">
                  <a:solidFill>
                    <a:schemeClr val="dk1"/>
                  </a:solidFill>
                  <a:prstDash val="solid"/>
                  <a:round/>
                  <a:headEnd len="med" w="med" type="none"/>
                  <a:tailEnd len="med" w="med" type="triangle"/>
                </a:ln>
              </p:spPr>
            </p:cxnSp>
            <p:cxnSp>
              <p:nvCxnSpPr>
                <p:cNvPr id="247" name="Google Shape;247;p22"/>
                <p:cNvCxnSpPr/>
                <p:nvPr/>
              </p:nvCxnSpPr>
              <p:spPr>
                <a:xfrm>
                  <a:off x="7464203" y="2111201"/>
                  <a:ext cx="0" cy="135900"/>
                </a:xfrm>
                <a:prstGeom prst="straightConnector1">
                  <a:avLst/>
                </a:prstGeom>
                <a:noFill/>
                <a:ln cap="flat" cmpd="sng" w="7650">
                  <a:solidFill>
                    <a:schemeClr val="dk1"/>
                  </a:solidFill>
                  <a:prstDash val="solid"/>
                  <a:round/>
                  <a:headEnd len="med" w="med" type="none"/>
                  <a:tailEnd len="med" w="med" type="triangle"/>
                </a:ln>
              </p:spPr>
            </p:cxnSp>
            <p:cxnSp>
              <p:nvCxnSpPr>
                <p:cNvPr id="248" name="Google Shape;248;p22"/>
                <p:cNvCxnSpPr/>
                <p:nvPr/>
              </p:nvCxnSpPr>
              <p:spPr>
                <a:xfrm>
                  <a:off x="8096655" y="2102226"/>
                  <a:ext cx="0" cy="135900"/>
                </a:xfrm>
                <a:prstGeom prst="straightConnector1">
                  <a:avLst/>
                </a:prstGeom>
                <a:noFill/>
                <a:ln cap="flat" cmpd="sng" w="7650">
                  <a:solidFill>
                    <a:schemeClr val="dk1"/>
                  </a:solidFill>
                  <a:prstDash val="solid"/>
                  <a:round/>
                  <a:headEnd len="med" w="med" type="none"/>
                  <a:tailEnd len="med" w="med" type="triangle"/>
                </a:ln>
              </p:spPr>
            </p:cxnSp>
            <p:cxnSp>
              <p:nvCxnSpPr>
                <p:cNvPr id="249" name="Google Shape;249;p22"/>
                <p:cNvCxnSpPr/>
                <p:nvPr/>
              </p:nvCxnSpPr>
              <p:spPr>
                <a:xfrm>
                  <a:off x="8703192" y="2106210"/>
                  <a:ext cx="0" cy="135900"/>
                </a:xfrm>
                <a:prstGeom prst="straightConnector1">
                  <a:avLst/>
                </a:prstGeom>
                <a:noFill/>
                <a:ln cap="flat" cmpd="sng" w="7650">
                  <a:solidFill>
                    <a:schemeClr val="dk1"/>
                  </a:solidFill>
                  <a:prstDash val="solid"/>
                  <a:round/>
                  <a:headEnd len="med" w="med" type="none"/>
                  <a:tailEnd len="med" w="med" type="triangle"/>
                </a:ln>
              </p:spPr>
            </p:cxnSp>
            <p:cxnSp>
              <p:nvCxnSpPr>
                <p:cNvPr id="250" name="Google Shape;250;p22"/>
                <p:cNvCxnSpPr/>
                <p:nvPr/>
              </p:nvCxnSpPr>
              <p:spPr>
                <a:xfrm>
                  <a:off x="6848692" y="2545298"/>
                  <a:ext cx="0" cy="135900"/>
                </a:xfrm>
                <a:prstGeom prst="straightConnector1">
                  <a:avLst/>
                </a:prstGeom>
                <a:noFill/>
                <a:ln cap="flat" cmpd="sng" w="7650">
                  <a:solidFill>
                    <a:schemeClr val="dk1"/>
                  </a:solidFill>
                  <a:prstDash val="solid"/>
                  <a:round/>
                  <a:headEnd len="med" w="med" type="none"/>
                  <a:tailEnd len="med" w="med" type="triangle"/>
                </a:ln>
              </p:spPr>
            </p:cxnSp>
            <p:cxnSp>
              <p:nvCxnSpPr>
                <p:cNvPr id="251" name="Google Shape;251;p22"/>
                <p:cNvCxnSpPr/>
                <p:nvPr/>
              </p:nvCxnSpPr>
              <p:spPr>
                <a:xfrm>
                  <a:off x="7468186" y="2542802"/>
                  <a:ext cx="0" cy="135900"/>
                </a:xfrm>
                <a:prstGeom prst="straightConnector1">
                  <a:avLst/>
                </a:prstGeom>
                <a:noFill/>
                <a:ln cap="flat" cmpd="sng" w="7650">
                  <a:solidFill>
                    <a:schemeClr val="dk1"/>
                  </a:solidFill>
                  <a:prstDash val="solid"/>
                  <a:round/>
                  <a:headEnd len="med" w="med" type="none"/>
                  <a:tailEnd len="med" w="med" type="triangle"/>
                </a:ln>
              </p:spPr>
            </p:cxnSp>
            <p:cxnSp>
              <p:nvCxnSpPr>
                <p:cNvPr id="252" name="Google Shape;252;p22"/>
                <p:cNvCxnSpPr/>
                <p:nvPr/>
              </p:nvCxnSpPr>
              <p:spPr>
                <a:xfrm>
                  <a:off x="8100639" y="2533828"/>
                  <a:ext cx="0" cy="135900"/>
                </a:xfrm>
                <a:prstGeom prst="straightConnector1">
                  <a:avLst/>
                </a:prstGeom>
                <a:noFill/>
                <a:ln cap="flat" cmpd="sng" w="7650">
                  <a:solidFill>
                    <a:schemeClr val="dk1"/>
                  </a:solidFill>
                  <a:prstDash val="solid"/>
                  <a:round/>
                  <a:headEnd len="med" w="med" type="none"/>
                  <a:tailEnd len="med" w="med" type="triangle"/>
                </a:ln>
              </p:spPr>
            </p:cxnSp>
            <p:cxnSp>
              <p:nvCxnSpPr>
                <p:cNvPr id="253" name="Google Shape;253;p22"/>
                <p:cNvCxnSpPr/>
                <p:nvPr/>
              </p:nvCxnSpPr>
              <p:spPr>
                <a:xfrm>
                  <a:off x="8707175" y="2537811"/>
                  <a:ext cx="0" cy="135900"/>
                </a:xfrm>
                <a:prstGeom prst="straightConnector1">
                  <a:avLst/>
                </a:prstGeom>
                <a:noFill/>
                <a:ln cap="flat" cmpd="sng" w="7650">
                  <a:solidFill>
                    <a:schemeClr val="dk1"/>
                  </a:solidFill>
                  <a:prstDash val="solid"/>
                  <a:round/>
                  <a:headEnd len="med" w="med" type="none"/>
                  <a:tailEnd len="med" w="med" type="triangle"/>
                </a:ln>
              </p:spPr>
            </p:cxnSp>
            <p:cxnSp>
              <p:nvCxnSpPr>
                <p:cNvPr id="254" name="Google Shape;254;p22"/>
                <p:cNvCxnSpPr/>
                <p:nvPr/>
              </p:nvCxnSpPr>
              <p:spPr>
                <a:xfrm flipH="1" rot="10800000">
                  <a:off x="7723359" y="1554180"/>
                  <a:ext cx="117000" cy="6300"/>
                </a:xfrm>
                <a:prstGeom prst="straightConnector1">
                  <a:avLst/>
                </a:prstGeom>
                <a:noFill/>
                <a:ln cap="flat" cmpd="sng" w="7650">
                  <a:solidFill>
                    <a:schemeClr val="dk1"/>
                  </a:solidFill>
                  <a:prstDash val="solid"/>
                  <a:round/>
                  <a:headEnd len="med" w="med" type="none"/>
                  <a:tailEnd len="med" w="med" type="triangle"/>
                </a:ln>
              </p:spPr>
            </p:cxnSp>
            <p:cxnSp>
              <p:nvCxnSpPr>
                <p:cNvPr id="255" name="Google Shape;255;p22"/>
                <p:cNvCxnSpPr/>
                <p:nvPr/>
              </p:nvCxnSpPr>
              <p:spPr>
                <a:xfrm flipH="1" rot="10800000">
                  <a:off x="7120806" y="1988277"/>
                  <a:ext cx="117000" cy="6300"/>
                </a:xfrm>
                <a:prstGeom prst="straightConnector1">
                  <a:avLst/>
                </a:prstGeom>
                <a:noFill/>
                <a:ln cap="flat" cmpd="sng" w="7650">
                  <a:solidFill>
                    <a:schemeClr val="dk1"/>
                  </a:solidFill>
                  <a:prstDash val="solid"/>
                  <a:round/>
                  <a:headEnd len="med" w="med" type="none"/>
                  <a:tailEnd len="med" w="med" type="triangle"/>
                </a:ln>
              </p:spPr>
            </p:cxnSp>
            <p:cxnSp>
              <p:nvCxnSpPr>
                <p:cNvPr id="256" name="Google Shape;256;p22"/>
                <p:cNvCxnSpPr/>
                <p:nvPr/>
              </p:nvCxnSpPr>
              <p:spPr>
                <a:xfrm flipH="1" rot="10800000">
                  <a:off x="8366274" y="1989765"/>
                  <a:ext cx="117000" cy="6300"/>
                </a:xfrm>
                <a:prstGeom prst="straightConnector1">
                  <a:avLst/>
                </a:prstGeom>
                <a:noFill/>
                <a:ln cap="flat" cmpd="sng" w="7650">
                  <a:solidFill>
                    <a:schemeClr val="dk1"/>
                  </a:solidFill>
                  <a:prstDash val="solid"/>
                  <a:round/>
                  <a:headEnd len="med" w="med" type="none"/>
                  <a:tailEnd len="med" w="med" type="triangle"/>
                </a:ln>
              </p:spPr>
            </p:cxnSp>
            <p:cxnSp>
              <p:nvCxnSpPr>
                <p:cNvPr id="257" name="Google Shape;257;p22"/>
                <p:cNvCxnSpPr/>
                <p:nvPr/>
              </p:nvCxnSpPr>
              <p:spPr>
                <a:xfrm flipH="1" rot="10800000">
                  <a:off x="7746780" y="1985782"/>
                  <a:ext cx="117000" cy="6300"/>
                </a:xfrm>
                <a:prstGeom prst="straightConnector1">
                  <a:avLst/>
                </a:prstGeom>
                <a:noFill/>
                <a:ln cap="flat" cmpd="sng" w="7650">
                  <a:solidFill>
                    <a:schemeClr val="dk1"/>
                  </a:solidFill>
                  <a:prstDash val="solid"/>
                  <a:round/>
                  <a:headEnd len="med" w="med" type="none"/>
                  <a:tailEnd len="med" w="med" type="triangle"/>
                </a:ln>
              </p:spPr>
            </p:cxnSp>
            <p:cxnSp>
              <p:nvCxnSpPr>
                <p:cNvPr id="258" name="Google Shape;258;p22"/>
                <p:cNvCxnSpPr/>
                <p:nvPr/>
              </p:nvCxnSpPr>
              <p:spPr>
                <a:xfrm flipH="1" rot="10800000">
                  <a:off x="7124790" y="2426358"/>
                  <a:ext cx="117000" cy="6300"/>
                </a:xfrm>
                <a:prstGeom prst="straightConnector1">
                  <a:avLst/>
                </a:prstGeom>
                <a:noFill/>
                <a:ln cap="flat" cmpd="sng" w="7650">
                  <a:solidFill>
                    <a:schemeClr val="dk1"/>
                  </a:solidFill>
                  <a:prstDash val="solid"/>
                  <a:round/>
                  <a:headEnd len="med" w="med" type="none"/>
                  <a:tailEnd len="med" w="med" type="triangle"/>
                </a:ln>
              </p:spPr>
            </p:cxnSp>
            <p:cxnSp>
              <p:nvCxnSpPr>
                <p:cNvPr id="259" name="Google Shape;259;p22"/>
                <p:cNvCxnSpPr/>
                <p:nvPr/>
              </p:nvCxnSpPr>
              <p:spPr>
                <a:xfrm flipH="1" rot="10800000">
                  <a:off x="8370257" y="2427845"/>
                  <a:ext cx="117000" cy="6300"/>
                </a:xfrm>
                <a:prstGeom prst="straightConnector1">
                  <a:avLst/>
                </a:prstGeom>
                <a:noFill/>
                <a:ln cap="flat" cmpd="sng" w="7650">
                  <a:solidFill>
                    <a:schemeClr val="dk1"/>
                  </a:solidFill>
                  <a:prstDash val="solid"/>
                  <a:round/>
                  <a:headEnd len="med" w="med" type="none"/>
                  <a:tailEnd len="med" w="med" type="triangle"/>
                </a:ln>
              </p:spPr>
            </p:cxnSp>
            <p:cxnSp>
              <p:nvCxnSpPr>
                <p:cNvPr id="260" name="Google Shape;260;p22"/>
                <p:cNvCxnSpPr/>
                <p:nvPr/>
              </p:nvCxnSpPr>
              <p:spPr>
                <a:xfrm flipH="1" rot="10800000">
                  <a:off x="7750763" y="2423862"/>
                  <a:ext cx="117000" cy="6300"/>
                </a:xfrm>
                <a:prstGeom prst="straightConnector1">
                  <a:avLst/>
                </a:prstGeom>
                <a:noFill/>
                <a:ln cap="flat" cmpd="sng" w="7650">
                  <a:solidFill>
                    <a:schemeClr val="dk1"/>
                  </a:solidFill>
                  <a:prstDash val="solid"/>
                  <a:round/>
                  <a:headEnd len="med" w="med" type="none"/>
                  <a:tailEnd len="med" w="med" type="triangle"/>
                </a:ln>
              </p:spPr>
            </p:cxnSp>
            <p:cxnSp>
              <p:nvCxnSpPr>
                <p:cNvPr id="261" name="Google Shape;261;p22"/>
                <p:cNvCxnSpPr/>
                <p:nvPr/>
              </p:nvCxnSpPr>
              <p:spPr>
                <a:xfrm flipH="1" rot="10800000">
                  <a:off x="7128773" y="2806127"/>
                  <a:ext cx="117000" cy="6300"/>
                </a:xfrm>
                <a:prstGeom prst="straightConnector1">
                  <a:avLst/>
                </a:prstGeom>
                <a:noFill/>
                <a:ln cap="flat" cmpd="sng" w="7650">
                  <a:solidFill>
                    <a:schemeClr val="dk1"/>
                  </a:solidFill>
                  <a:prstDash val="solid"/>
                  <a:round/>
                  <a:headEnd len="med" w="med" type="none"/>
                  <a:tailEnd len="med" w="med" type="triangle"/>
                </a:ln>
              </p:spPr>
            </p:cxnSp>
            <p:cxnSp>
              <p:nvCxnSpPr>
                <p:cNvPr id="262" name="Google Shape;262;p22"/>
                <p:cNvCxnSpPr/>
                <p:nvPr/>
              </p:nvCxnSpPr>
              <p:spPr>
                <a:xfrm flipH="1" rot="10800000">
                  <a:off x="8374241" y="2807614"/>
                  <a:ext cx="117000" cy="6300"/>
                </a:xfrm>
                <a:prstGeom prst="straightConnector1">
                  <a:avLst/>
                </a:prstGeom>
                <a:noFill/>
                <a:ln cap="flat" cmpd="sng" w="7650">
                  <a:solidFill>
                    <a:schemeClr val="dk1"/>
                  </a:solidFill>
                  <a:prstDash val="solid"/>
                  <a:round/>
                  <a:headEnd len="med" w="med" type="none"/>
                  <a:tailEnd len="med" w="med" type="triangle"/>
                </a:ln>
              </p:spPr>
            </p:cxnSp>
            <p:cxnSp>
              <p:nvCxnSpPr>
                <p:cNvPr id="263" name="Google Shape;263;p22"/>
                <p:cNvCxnSpPr/>
                <p:nvPr/>
              </p:nvCxnSpPr>
              <p:spPr>
                <a:xfrm flipH="1" rot="10800000">
                  <a:off x="7754746" y="2803631"/>
                  <a:ext cx="117000" cy="6300"/>
                </a:xfrm>
                <a:prstGeom prst="straightConnector1">
                  <a:avLst/>
                </a:prstGeom>
                <a:noFill/>
                <a:ln cap="flat" cmpd="sng" w="7650">
                  <a:solidFill>
                    <a:schemeClr val="dk1"/>
                  </a:solidFill>
                  <a:prstDash val="solid"/>
                  <a:round/>
                  <a:headEnd len="med" w="med" type="none"/>
                  <a:tailEnd len="med" w="med" type="triangle"/>
                </a:ln>
              </p:spPr>
            </p:cxnSp>
          </p:grpSp>
          <p:sp>
            <p:nvSpPr>
              <p:cNvPr id="264" name="Google Shape;264;p22"/>
              <p:cNvSpPr/>
              <p:nvPr/>
            </p:nvSpPr>
            <p:spPr>
              <a:xfrm>
                <a:off x="7244450" y="1385720"/>
                <a:ext cx="466200" cy="317100"/>
              </a:xfrm>
              <a:prstGeom prst="roundRect">
                <a:avLst>
                  <a:gd fmla="val 16667" name="adj"/>
                </a:avLst>
              </a:prstGeom>
              <a:solidFill>
                <a:schemeClr val="lt1"/>
              </a:solidFill>
              <a:ln cap="flat" cmpd="sng" w="18400">
                <a:solidFill>
                  <a:srgbClr val="0000FF"/>
                </a:solidFill>
                <a:prstDash val="solid"/>
                <a:round/>
                <a:headEnd len="sm" w="sm" type="none"/>
                <a:tailEnd len="sm" w="sm" type="none"/>
              </a:ln>
            </p:spPr>
            <p:txBody>
              <a:bodyPr anchorCtr="0" anchor="ctr" bIns="88275" lIns="88275" spcFirstLastPara="1" rIns="88275" wrap="square" tIns="88275">
                <a:noAutofit/>
              </a:bodyPr>
              <a:lstStyle/>
              <a:p>
                <a:pPr indent="0" lvl="0" marL="0" rtl="0" algn="ctr">
                  <a:spcBef>
                    <a:spcPts val="0"/>
                  </a:spcBef>
                  <a:spcAft>
                    <a:spcPts val="0"/>
                  </a:spcAft>
                  <a:buNone/>
                </a:pPr>
                <a:r>
                  <a:t/>
                </a:r>
                <a:endParaRPr sz="1352"/>
              </a:p>
            </p:txBody>
          </p:sp>
          <p:sp>
            <p:nvSpPr>
              <p:cNvPr id="265" name="Google Shape;265;p22"/>
              <p:cNvSpPr/>
              <p:nvPr/>
            </p:nvSpPr>
            <p:spPr>
              <a:xfrm>
                <a:off x="6627650" y="1817820"/>
                <a:ext cx="466200" cy="317100"/>
              </a:xfrm>
              <a:prstGeom prst="roundRect">
                <a:avLst>
                  <a:gd fmla="val 16667" name="adj"/>
                </a:avLst>
              </a:prstGeom>
              <a:solidFill>
                <a:schemeClr val="lt1"/>
              </a:solidFill>
              <a:ln cap="flat" cmpd="sng" w="18400">
                <a:solidFill>
                  <a:srgbClr val="0000FF"/>
                </a:solidFill>
                <a:prstDash val="solid"/>
                <a:round/>
                <a:headEnd len="sm" w="sm" type="none"/>
                <a:tailEnd len="sm" w="sm" type="none"/>
              </a:ln>
            </p:spPr>
            <p:txBody>
              <a:bodyPr anchorCtr="0" anchor="ctr" bIns="88275" lIns="88275" spcFirstLastPara="1" rIns="88275" wrap="square" tIns="88275">
                <a:noAutofit/>
              </a:bodyPr>
              <a:lstStyle/>
              <a:p>
                <a:pPr indent="0" lvl="0" marL="0" rtl="0" algn="ctr">
                  <a:spcBef>
                    <a:spcPts val="0"/>
                  </a:spcBef>
                  <a:spcAft>
                    <a:spcPts val="0"/>
                  </a:spcAft>
                  <a:buNone/>
                </a:pPr>
                <a:r>
                  <a:t/>
                </a:r>
                <a:endParaRPr sz="1352"/>
              </a:p>
            </p:txBody>
          </p:sp>
          <p:sp>
            <p:nvSpPr>
              <p:cNvPr id="266" name="Google Shape;266;p22"/>
              <p:cNvSpPr/>
              <p:nvPr/>
            </p:nvSpPr>
            <p:spPr>
              <a:xfrm>
                <a:off x="7244450" y="1817820"/>
                <a:ext cx="466200" cy="317100"/>
              </a:xfrm>
              <a:prstGeom prst="roundRect">
                <a:avLst>
                  <a:gd fmla="val 16667" name="adj"/>
                </a:avLst>
              </a:prstGeom>
              <a:solidFill>
                <a:schemeClr val="lt1"/>
              </a:solidFill>
              <a:ln cap="flat" cmpd="sng" w="18400">
                <a:solidFill>
                  <a:srgbClr val="0000FF"/>
                </a:solidFill>
                <a:prstDash val="solid"/>
                <a:round/>
                <a:headEnd len="sm" w="sm" type="none"/>
                <a:tailEnd len="sm" w="sm" type="none"/>
              </a:ln>
            </p:spPr>
            <p:txBody>
              <a:bodyPr anchorCtr="0" anchor="ctr" bIns="88275" lIns="88275" spcFirstLastPara="1" rIns="88275" wrap="square" tIns="88275">
                <a:noAutofit/>
              </a:bodyPr>
              <a:lstStyle/>
              <a:p>
                <a:pPr indent="0" lvl="0" marL="0" rtl="0" algn="ctr">
                  <a:spcBef>
                    <a:spcPts val="0"/>
                  </a:spcBef>
                  <a:spcAft>
                    <a:spcPts val="0"/>
                  </a:spcAft>
                  <a:buNone/>
                </a:pPr>
                <a:r>
                  <a:t/>
                </a:r>
                <a:endParaRPr sz="1352"/>
              </a:p>
            </p:txBody>
          </p:sp>
          <p:sp>
            <p:nvSpPr>
              <p:cNvPr id="267" name="Google Shape;267;p22"/>
              <p:cNvSpPr/>
              <p:nvPr/>
            </p:nvSpPr>
            <p:spPr>
              <a:xfrm>
                <a:off x="6627650" y="2239105"/>
                <a:ext cx="466200" cy="317100"/>
              </a:xfrm>
              <a:prstGeom prst="roundRect">
                <a:avLst>
                  <a:gd fmla="val 16667" name="adj"/>
                </a:avLst>
              </a:prstGeom>
              <a:solidFill>
                <a:schemeClr val="lt1"/>
              </a:solidFill>
              <a:ln cap="flat" cmpd="sng" w="18400">
                <a:solidFill>
                  <a:srgbClr val="0000FF"/>
                </a:solidFill>
                <a:prstDash val="solid"/>
                <a:round/>
                <a:headEnd len="sm" w="sm" type="none"/>
                <a:tailEnd len="sm" w="sm" type="none"/>
              </a:ln>
            </p:spPr>
            <p:txBody>
              <a:bodyPr anchorCtr="0" anchor="ctr" bIns="88275" lIns="88275" spcFirstLastPara="1" rIns="88275" wrap="square" tIns="88275">
                <a:noAutofit/>
              </a:bodyPr>
              <a:lstStyle/>
              <a:p>
                <a:pPr indent="0" lvl="0" marL="0" rtl="0" algn="ctr">
                  <a:spcBef>
                    <a:spcPts val="0"/>
                  </a:spcBef>
                  <a:spcAft>
                    <a:spcPts val="0"/>
                  </a:spcAft>
                  <a:buNone/>
                </a:pPr>
                <a:r>
                  <a:t/>
                </a:r>
                <a:endParaRPr sz="1352"/>
              </a:p>
            </p:txBody>
          </p:sp>
          <p:sp>
            <p:nvSpPr>
              <p:cNvPr id="268" name="Google Shape;268;p22"/>
              <p:cNvSpPr/>
              <p:nvPr/>
            </p:nvSpPr>
            <p:spPr>
              <a:xfrm>
                <a:off x="7860045" y="1385736"/>
                <a:ext cx="466200" cy="317100"/>
              </a:xfrm>
              <a:prstGeom prst="roundRect">
                <a:avLst>
                  <a:gd fmla="val 16667" name="adj"/>
                </a:avLst>
              </a:prstGeom>
              <a:solidFill>
                <a:schemeClr val="lt1"/>
              </a:solidFill>
              <a:ln cap="flat" cmpd="sng" w="18400">
                <a:solidFill>
                  <a:srgbClr val="0000FF"/>
                </a:solidFill>
                <a:prstDash val="solid"/>
                <a:round/>
                <a:headEnd len="sm" w="sm" type="none"/>
                <a:tailEnd len="sm" w="sm" type="none"/>
              </a:ln>
            </p:spPr>
            <p:txBody>
              <a:bodyPr anchorCtr="0" anchor="ctr" bIns="88275" lIns="88275" spcFirstLastPara="1" rIns="88275" wrap="square" tIns="88275">
                <a:noAutofit/>
              </a:bodyPr>
              <a:lstStyle/>
              <a:p>
                <a:pPr indent="0" lvl="0" marL="0" rtl="0" algn="ctr">
                  <a:spcBef>
                    <a:spcPts val="0"/>
                  </a:spcBef>
                  <a:spcAft>
                    <a:spcPts val="0"/>
                  </a:spcAft>
                  <a:buNone/>
                </a:pPr>
                <a:r>
                  <a:t/>
                </a:r>
                <a:endParaRPr sz="1352"/>
              </a:p>
            </p:txBody>
          </p:sp>
        </p:grpSp>
        <p:pic>
          <p:nvPicPr>
            <p:cNvPr id="269" name="Google Shape;269;p22"/>
            <p:cNvPicPr preferRelativeResize="0"/>
            <p:nvPr/>
          </p:nvPicPr>
          <p:blipFill>
            <a:blip r:embed="rId6">
              <a:alphaModFix/>
            </a:blip>
            <a:stretch>
              <a:fillRect/>
            </a:stretch>
          </p:blipFill>
          <p:spPr>
            <a:xfrm>
              <a:off x="6149480" y="1230904"/>
              <a:ext cx="439675" cy="285475"/>
            </a:xfrm>
            <a:prstGeom prst="rect">
              <a:avLst/>
            </a:prstGeom>
            <a:noFill/>
            <a:ln>
              <a:noFill/>
            </a:ln>
          </p:spPr>
        </p:pic>
        <p:pic>
          <p:nvPicPr>
            <p:cNvPr id="270" name="Google Shape;270;p22"/>
            <p:cNvPicPr preferRelativeResize="0"/>
            <p:nvPr/>
          </p:nvPicPr>
          <p:blipFill>
            <a:blip r:embed="rId7">
              <a:alphaModFix/>
            </a:blip>
            <a:stretch>
              <a:fillRect/>
            </a:stretch>
          </p:blipFill>
          <p:spPr>
            <a:xfrm>
              <a:off x="6757395" y="1237950"/>
              <a:ext cx="427555" cy="248700"/>
            </a:xfrm>
            <a:prstGeom prst="rect">
              <a:avLst/>
            </a:prstGeom>
            <a:noFill/>
            <a:ln>
              <a:noFill/>
            </a:ln>
          </p:spPr>
        </p:pic>
        <p:grpSp>
          <p:nvGrpSpPr>
            <p:cNvPr id="271" name="Google Shape;271;p22"/>
            <p:cNvGrpSpPr/>
            <p:nvPr/>
          </p:nvGrpSpPr>
          <p:grpSpPr>
            <a:xfrm>
              <a:off x="6161787" y="1644435"/>
              <a:ext cx="427640" cy="277498"/>
              <a:chOff x="3492283" y="3085070"/>
              <a:chExt cx="1950913" cy="1134960"/>
            </a:xfrm>
          </p:grpSpPr>
          <p:pic>
            <p:nvPicPr>
              <p:cNvPr id="272" name="Google Shape;272;p22"/>
              <p:cNvPicPr preferRelativeResize="0"/>
              <p:nvPr/>
            </p:nvPicPr>
            <p:blipFill>
              <a:blip r:embed="rId8">
                <a:alphaModFix/>
              </a:blip>
              <a:stretch>
                <a:fillRect/>
              </a:stretch>
            </p:blipFill>
            <p:spPr>
              <a:xfrm>
                <a:off x="3492283" y="3085070"/>
                <a:ext cx="1950913" cy="1134960"/>
              </a:xfrm>
              <a:prstGeom prst="rect">
                <a:avLst/>
              </a:prstGeom>
              <a:noFill/>
              <a:ln>
                <a:noFill/>
              </a:ln>
            </p:spPr>
          </p:pic>
          <p:pic>
            <p:nvPicPr>
              <p:cNvPr id="273" name="Google Shape;273;p22"/>
              <p:cNvPicPr preferRelativeResize="0"/>
              <p:nvPr/>
            </p:nvPicPr>
            <p:blipFill>
              <a:blip r:embed="rId9">
                <a:alphaModFix/>
              </a:blip>
              <a:stretch>
                <a:fillRect/>
              </a:stretch>
            </p:blipFill>
            <p:spPr>
              <a:xfrm>
                <a:off x="4292577" y="3788500"/>
                <a:ext cx="381000" cy="371475"/>
              </a:xfrm>
              <a:prstGeom prst="rect">
                <a:avLst/>
              </a:prstGeom>
              <a:noFill/>
              <a:ln>
                <a:noFill/>
              </a:ln>
            </p:spPr>
          </p:pic>
        </p:grpSp>
      </p:grpSp>
      <p:sp>
        <p:nvSpPr>
          <p:cNvPr id="274" name="Google Shape;274;p22"/>
          <p:cNvSpPr txBox="1"/>
          <p:nvPr/>
        </p:nvSpPr>
        <p:spPr>
          <a:xfrm>
            <a:off x="6918048" y="573557"/>
            <a:ext cx="1017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Cycle 2</a:t>
            </a:r>
            <a:endParaRPr sz="1800">
              <a:solidFill>
                <a:schemeClr val="dk2"/>
              </a:solidFill>
            </a:endParaRPr>
          </a:p>
        </p:txBody>
      </p:sp>
      <p:sp>
        <p:nvSpPr>
          <p:cNvPr id="275" name="Google Shape;275;p22"/>
          <p:cNvSpPr txBox="1"/>
          <p:nvPr/>
        </p:nvSpPr>
        <p:spPr>
          <a:xfrm>
            <a:off x="1082575" y="2761875"/>
            <a:ext cx="1188900" cy="476100"/>
          </a:xfrm>
          <a:prstGeom prst="rect">
            <a:avLst/>
          </a:prstGeom>
          <a:noFill/>
          <a:ln>
            <a:noFill/>
          </a:ln>
        </p:spPr>
        <p:txBody>
          <a:bodyPr anchorCtr="0" anchor="t" bIns="94275" lIns="94275" spcFirstLastPara="1" rIns="94275" wrap="square" tIns="94275">
            <a:spAutoFit/>
          </a:bodyPr>
          <a:lstStyle/>
          <a:p>
            <a:pPr indent="0" lvl="0" marL="0" rtl="0" algn="l">
              <a:spcBef>
                <a:spcPts val="0"/>
              </a:spcBef>
              <a:spcAft>
                <a:spcPts val="0"/>
              </a:spcAft>
              <a:buNone/>
            </a:pPr>
            <a:r>
              <a:rPr b="1" lang="en" sz="1856">
                <a:solidFill>
                  <a:schemeClr val="dk2"/>
                </a:solidFill>
              </a:rPr>
              <a:t>Cycle 4</a:t>
            </a:r>
            <a:endParaRPr b="1" sz="1856">
              <a:solidFill>
                <a:schemeClr val="dk2"/>
              </a:solidFill>
            </a:endParaRPr>
          </a:p>
        </p:txBody>
      </p:sp>
      <p:grpSp>
        <p:nvGrpSpPr>
          <p:cNvPr id="276" name="Google Shape;276;p22"/>
          <p:cNvGrpSpPr/>
          <p:nvPr/>
        </p:nvGrpSpPr>
        <p:grpSpPr>
          <a:xfrm>
            <a:off x="725222" y="3121535"/>
            <a:ext cx="2531378" cy="1555089"/>
            <a:chOff x="802976" y="3111524"/>
            <a:chExt cx="2383370" cy="1464164"/>
          </a:xfrm>
        </p:grpSpPr>
        <p:grpSp>
          <p:nvGrpSpPr>
            <p:cNvPr id="277" name="Google Shape;277;p22"/>
            <p:cNvGrpSpPr/>
            <p:nvPr/>
          </p:nvGrpSpPr>
          <p:grpSpPr>
            <a:xfrm>
              <a:off x="818445" y="3145549"/>
              <a:ext cx="2111279" cy="1415519"/>
              <a:chOff x="808224" y="3150358"/>
              <a:chExt cx="2830132" cy="1897478"/>
            </a:xfrm>
          </p:grpSpPr>
          <p:grpSp>
            <p:nvGrpSpPr>
              <p:cNvPr id="278" name="Google Shape;278;p22"/>
              <p:cNvGrpSpPr/>
              <p:nvPr/>
            </p:nvGrpSpPr>
            <p:grpSpPr>
              <a:xfrm>
                <a:off x="808224" y="3150358"/>
                <a:ext cx="2830132" cy="1897478"/>
                <a:chOff x="1049550" y="3280075"/>
                <a:chExt cx="1780966" cy="1229654"/>
              </a:xfrm>
            </p:grpSpPr>
            <p:sp>
              <p:nvSpPr>
                <p:cNvPr id="279" name="Google Shape;279;p22"/>
                <p:cNvSpPr/>
                <p:nvPr/>
              </p:nvSpPr>
              <p:spPr>
                <a:xfrm>
                  <a:off x="1049550" y="3280075"/>
                  <a:ext cx="365100" cy="248700"/>
                </a:xfrm>
                <a:prstGeom prst="roundRect">
                  <a:avLst>
                    <a:gd fmla="val 16667" name="adj"/>
                  </a:avLst>
                </a:prstGeom>
                <a:solidFill>
                  <a:srgbClr val="6AA84F"/>
                </a:solidFill>
                <a:ln cap="flat" cmpd="sng" w="28575">
                  <a:solidFill>
                    <a:srgbClr val="0000FF"/>
                  </a:solidFill>
                  <a:prstDash val="solid"/>
                  <a:round/>
                  <a:headEnd len="sm" w="sm" type="none"/>
                  <a:tailEnd len="sm" w="sm" type="none"/>
                </a:ln>
              </p:spPr>
              <p:txBody>
                <a:bodyPr anchorCtr="0" anchor="ctr" bIns="111775" lIns="111775" spcFirstLastPara="1" rIns="111775" wrap="square" tIns="111775">
                  <a:noAutofit/>
                </a:bodyPr>
                <a:lstStyle/>
                <a:p>
                  <a:pPr indent="0" lvl="0" marL="0" rtl="0" algn="ctr">
                    <a:spcBef>
                      <a:spcPts val="0"/>
                    </a:spcBef>
                    <a:spcAft>
                      <a:spcPts val="0"/>
                    </a:spcAft>
                    <a:buNone/>
                  </a:pPr>
                  <a:r>
                    <a:rPr lang="en" sz="912"/>
                    <a:t>c11</a:t>
                  </a:r>
                  <a:endParaRPr sz="912"/>
                </a:p>
              </p:txBody>
            </p:sp>
            <p:sp>
              <p:nvSpPr>
                <p:cNvPr id="280" name="Google Shape;280;p22"/>
                <p:cNvSpPr/>
                <p:nvPr/>
              </p:nvSpPr>
              <p:spPr>
                <a:xfrm>
                  <a:off x="1515736" y="3280080"/>
                  <a:ext cx="365100" cy="248700"/>
                </a:xfrm>
                <a:prstGeom prst="roundRect">
                  <a:avLst>
                    <a:gd fmla="val 16667" name="adj"/>
                  </a:avLst>
                </a:prstGeom>
                <a:solidFill>
                  <a:schemeClr val="lt1"/>
                </a:solidFill>
                <a:ln cap="flat" cmpd="sng" w="23275">
                  <a:solidFill>
                    <a:srgbClr val="0000FF"/>
                  </a:solidFill>
                  <a:prstDash val="solid"/>
                  <a:round/>
                  <a:headEnd len="sm" w="sm" type="none"/>
                  <a:tailEnd len="sm" w="sm" type="none"/>
                </a:ln>
              </p:spPr>
              <p:txBody>
                <a:bodyPr anchorCtr="0" anchor="ctr" bIns="111775" lIns="111775" spcFirstLastPara="1" rIns="111775" wrap="square" tIns="111775">
                  <a:noAutofit/>
                </a:bodyPr>
                <a:lstStyle/>
                <a:p>
                  <a:pPr indent="0" lvl="0" marL="0" rtl="0" algn="ctr">
                    <a:spcBef>
                      <a:spcPts val="0"/>
                    </a:spcBef>
                    <a:spcAft>
                      <a:spcPts val="0"/>
                    </a:spcAft>
                    <a:buNone/>
                  </a:pPr>
                  <a:r>
                    <a:t/>
                  </a:r>
                  <a:endParaRPr sz="1712"/>
                </a:p>
              </p:txBody>
            </p:sp>
            <p:sp>
              <p:nvSpPr>
                <p:cNvPr id="281" name="Google Shape;281;p22"/>
                <p:cNvSpPr/>
                <p:nvPr/>
              </p:nvSpPr>
              <p:spPr>
                <a:xfrm>
                  <a:off x="1994461" y="3284857"/>
                  <a:ext cx="365100" cy="248700"/>
                </a:xfrm>
                <a:prstGeom prst="roundRect">
                  <a:avLst>
                    <a:gd fmla="val 16667" name="adj"/>
                  </a:avLst>
                </a:prstGeom>
                <a:solidFill>
                  <a:schemeClr val="lt1"/>
                </a:solidFill>
                <a:ln cap="flat" cmpd="sng" w="23275">
                  <a:solidFill>
                    <a:srgbClr val="0000FF"/>
                  </a:solidFill>
                  <a:prstDash val="solid"/>
                  <a:round/>
                  <a:headEnd len="sm" w="sm" type="none"/>
                  <a:tailEnd len="sm" w="sm" type="none"/>
                </a:ln>
              </p:spPr>
              <p:txBody>
                <a:bodyPr anchorCtr="0" anchor="ctr" bIns="111775" lIns="111775" spcFirstLastPara="1" rIns="111775" wrap="square" tIns="111775">
                  <a:noAutofit/>
                </a:bodyPr>
                <a:lstStyle/>
                <a:p>
                  <a:pPr indent="0" lvl="0" marL="0" rtl="0" algn="ctr">
                    <a:spcBef>
                      <a:spcPts val="0"/>
                    </a:spcBef>
                    <a:spcAft>
                      <a:spcPts val="0"/>
                    </a:spcAft>
                    <a:buNone/>
                  </a:pPr>
                  <a:r>
                    <a:t/>
                  </a:r>
                  <a:endParaRPr sz="1712"/>
                </a:p>
              </p:txBody>
            </p:sp>
            <p:sp>
              <p:nvSpPr>
                <p:cNvPr id="282" name="Google Shape;282;p22"/>
                <p:cNvSpPr/>
                <p:nvPr/>
              </p:nvSpPr>
              <p:spPr>
                <a:xfrm>
                  <a:off x="2465416" y="3281864"/>
                  <a:ext cx="365100" cy="248700"/>
                </a:xfrm>
                <a:prstGeom prst="roundRect">
                  <a:avLst>
                    <a:gd fmla="val 16667" name="adj"/>
                  </a:avLst>
                </a:prstGeom>
                <a:solidFill>
                  <a:schemeClr val="lt1"/>
                </a:solidFill>
                <a:ln cap="flat" cmpd="sng" w="23275">
                  <a:solidFill>
                    <a:srgbClr val="0000FF"/>
                  </a:solidFill>
                  <a:prstDash val="solid"/>
                  <a:round/>
                  <a:headEnd len="sm" w="sm" type="none"/>
                  <a:tailEnd len="sm" w="sm" type="none"/>
                </a:ln>
              </p:spPr>
              <p:txBody>
                <a:bodyPr anchorCtr="0" anchor="ctr" bIns="111775" lIns="111775" spcFirstLastPara="1" rIns="111775" wrap="square" tIns="111775">
                  <a:noAutofit/>
                </a:bodyPr>
                <a:lstStyle/>
                <a:p>
                  <a:pPr indent="0" lvl="0" marL="0" rtl="0" algn="ctr">
                    <a:spcBef>
                      <a:spcPts val="0"/>
                    </a:spcBef>
                    <a:spcAft>
                      <a:spcPts val="0"/>
                    </a:spcAft>
                    <a:buNone/>
                  </a:pPr>
                  <a:r>
                    <a:t/>
                  </a:r>
                  <a:endParaRPr sz="1712"/>
                </a:p>
              </p:txBody>
            </p:sp>
            <p:sp>
              <p:nvSpPr>
                <p:cNvPr id="283" name="Google Shape;283;p22"/>
                <p:cNvSpPr/>
                <p:nvPr/>
              </p:nvSpPr>
              <p:spPr>
                <a:xfrm>
                  <a:off x="1049561" y="3611180"/>
                  <a:ext cx="365100" cy="248700"/>
                </a:xfrm>
                <a:prstGeom prst="roundRect">
                  <a:avLst>
                    <a:gd fmla="val 16667" name="adj"/>
                  </a:avLst>
                </a:prstGeom>
                <a:solidFill>
                  <a:schemeClr val="lt1"/>
                </a:solidFill>
                <a:ln cap="flat" cmpd="sng" w="23275">
                  <a:solidFill>
                    <a:srgbClr val="0000FF"/>
                  </a:solidFill>
                  <a:prstDash val="solid"/>
                  <a:round/>
                  <a:headEnd len="sm" w="sm" type="none"/>
                  <a:tailEnd len="sm" w="sm" type="none"/>
                </a:ln>
              </p:spPr>
              <p:txBody>
                <a:bodyPr anchorCtr="0" anchor="ctr" bIns="111775" lIns="111775" spcFirstLastPara="1" rIns="111775" wrap="square" tIns="111775">
                  <a:noAutofit/>
                </a:bodyPr>
                <a:lstStyle/>
                <a:p>
                  <a:pPr indent="0" lvl="0" marL="0" rtl="0" algn="ctr">
                    <a:spcBef>
                      <a:spcPts val="0"/>
                    </a:spcBef>
                    <a:spcAft>
                      <a:spcPts val="0"/>
                    </a:spcAft>
                    <a:buNone/>
                  </a:pPr>
                  <a:r>
                    <a:t/>
                  </a:r>
                  <a:endParaRPr sz="1712"/>
                </a:p>
              </p:txBody>
            </p:sp>
            <p:sp>
              <p:nvSpPr>
                <p:cNvPr id="284" name="Google Shape;284;p22"/>
                <p:cNvSpPr/>
                <p:nvPr/>
              </p:nvSpPr>
              <p:spPr>
                <a:xfrm>
                  <a:off x="1519611" y="3616554"/>
                  <a:ext cx="365100" cy="248700"/>
                </a:xfrm>
                <a:prstGeom prst="roundRect">
                  <a:avLst>
                    <a:gd fmla="val 16667" name="adj"/>
                  </a:avLst>
                </a:prstGeom>
                <a:solidFill>
                  <a:schemeClr val="lt1"/>
                </a:solidFill>
                <a:ln cap="flat" cmpd="sng" w="23275">
                  <a:solidFill>
                    <a:srgbClr val="0000FF"/>
                  </a:solidFill>
                  <a:prstDash val="solid"/>
                  <a:round/>
                  <a:headEnd len="sm" w="sm" type="none"/>
                  <a:tailEnd len="sm" w="sm" type="none"/>
                </a:ln>
              </p:spPr>
              <p:txBody>
                <a:bodyPr anchorCtr="0" anchor="ctr" bIns="111775" lIns="111775" spcFirstLastPara="1" rIns="111775" wrap="square" tIns="111775">
                  <a:noAutofit/>
                </a:bodyPr>
                <a:lstStyle/>
                <a:p>
                  <a:pPr indent="0" lvl="0" marL="0" rtl="0" algn="ctr">
                    <a:spcBef>
                      <a:spcPts val="0"/>
                    </a:spcBef>
                    <a:spcAft>
                      <a:spcPts val="0"/>
                    </a:spcAft>
                    <a:buNone/>
                  </a:pPr>
                  <a:r>
                    <a:t/>
                  </a:r>
                  <a:endParaRPr sz="1712"/>
                </a:p>
              </p:txBody>
            </p:sp>
            <p:sp>
              <p:nvSpPr>
                <p:cNvPr id="285" name="Google Shape;285;p22"/>
                <p:cNvSpPr/>
                <p:nvPr/>
              </p:nvSpPr>
              <p:spPr>
                <a:xfrm>
                  <a:off x="1990566" y="3613561"/>
                  <a:ext cx="365100" cy="248700"/>
                </a:xfrm>
                <a:prstGeom prst="roundRect">
                  <a:avLst>
                    <a:gd fmla="val 16667" name="adj"/>
                  </a:avLst>
                </a:prstGeom>
                <a:solidFill>
                  <a:schemeClr val="lt1"/>
                </a:solidFill>
                <a:ln cap="flat" cmpd="sng" w="23275">
                  <a:solidFill>
                    <a:srgbClr val="0000FF"/>
                  </a:solidFill>
                  <a:prstDash val="solid"/>
                  <a:round/>
                  <a:headEnd len="sm" w="sm" type="none"/>
                  <a:tailEnd len="sm" w="sm" type="none"/>
                </a:ln>
              </p:spPr>
              <p:txBody>
                <a:bodyPr anchorCtr="0" anchor="ctr" bIns="111775" lIns="111775" spcFirstLastPara="1" rIns="111775" wrap="square" tIns="111775">
                  <a:noAutofit/>
                </a:bodyPr>
                <a:lstStyle/>
                <a:p>
                  <a:pPr indent="0" lvl="0" marL="0" rtl="0" algn="ctr">
                    <a:spcBef>
                      <a:spcPts val="0"/>
                    </a:spcBef>
                    <a:spcAft>
                      <a:spcPts val="0"/>
                    </a:spcAft>
                    <a:buNone/>
                  </a:pPr>
                  <a:r>
                    <a:t/>
                  </a:r>
                  <a:endParaRPr sz="1712"/>
                </a:p>
              </p:txBody>
            </p:sp>
            <p:sp>
              <p:nvSpPr>
                <p:cNvPr id="286" name="Google Shape;286;p22"/>
                <p:cNvSpPr/>
                <p:nvPr/>
              </p:nvSpPr>
              <p:spPr>
                <a:xfrm>
                  <a:off x="2461521" y="3610568"/>
                  <a:ext cx="365100" cy="248700"/>
                </a:xfrm>
                <a:prstGeom prst="roundRect">
                  <a:avLst>
                    <a:gd fmla="val 16667" name="adj"/>
                  </a:avLst>
                </a:prstGeom>
                <a:solidFill>
                  <a:schemeClr val="dk1"/>
                </a:solidFill>
                <a:ln cap="flat" cmpd="sng" w="23275">
                  <a:solidFill>
                    <a:srgbClr val="0000FF"/>
                  </a:solidFill>
                  <a:prstDash val="solid"/>
                  <a:round/>
                  <a:headEnd len="sm" w="sm" type="none"/>
                  <a:tailEnd len="sm" w="sm" type="none"/>
                </a:ln>
              </p:spPr>
              <p:txBody>
                <a:bodyPr anchorCtr="0" anchor="ctr" bIns="111775" lIns="111775" spcFirstLastPara="1" rIns="111775" wrap="square" tIns="111775">
                  <a:noAutofit/>
                </a:bodyPr>
                <a:lstStyle/>
                <a:p>
                  <a:pPr indent="0" lvl="0" marL="0" rtl="0" algn="ctr">
                    <a:spcBef>
                      <a:spcPts val="0"/>
                    </a:spcBef>
                    <a:spcAft>
                      <a:spcPts val="0"/>
                    </a:spcAft>
                    <a:buNone/>
                  </a:pPr>
                  <a:r>
                    <a:t/>
                  </a:r>
                  <a:endParaRPr sz="1712"/>
                </a:p>
              </p:txBody>
            </p:sp>
            <p:sp>
              <p:nvSpPr>
                <p:cNvPr id="287" name="Google Shape;287;p22"/>
                <p:cNvSpPr/>
                <p:nvPr/>
              </p:nvSpPr>
              <p:spPr>
                <a:xfrm>
                  <a:off x="1049561" y="3942855"/>
                  <a:ext cx="365100" cy="248700"/>
                </a:xfrm>
                <a:prstGeom prst="roundRect">
                  <a:avLst>
                    <a:gd fmla="val 16667" name="adj"/>
                  </a:avLst>
                </a:prstGeom>
                <a:solidFill>
                  <a:schemeClr val="lt1"/>
                </a:solidFill>
                <a:ln cap="flat" cmpd="sng" w="23275">
                  <a:solidFill>
                    <a:srgbClr val="0000FF"/>
                  </a:solidFill>
                  <a:prstDash val="solid"/>
                  <a:round/>
                  <a:headEnd len="sm" w="sm" type="none"/>
                  <a:tailEnd len="sm" w="sm" type="none"/>
                </a:ln>
              </p:spPr>
              <p:txBody>
                <a:bodyPr anchorCtr="0" anchor="ctr" bIns="111775" lIns="111775" spcFirstLastPara="1" rIns="111775" wrap="square" tIns="111775">
                  <a:noAutofit/>
                </a:bodyPr>
                <a:lstStyle/>
                <a:p>
                  <a:pPr indent="0" lvl="0" marL="0" rtl="0" algn="ctr">
                    <a:spcBef>
                      <a:spcPts val="0"/>
                    </a:spcBef>
                    <a:spcAft>
                      <a:spcPts val="0"/>
                    </a:spcAft>
                    <a:buNone/>
                  </a:pPr>
                  <a:r>
                    <a:t/>
                  </a:r>
                  <a:endParaRPr sz="1712"/>
                </a:p>
              </p:txBody>
            </p:sp>
            <p:sp>
              <p:nvSpPr>
                <p:cNvPr id="288" name="Google Shape;288;p22"/>
                <p:cNvSpPr/>
                <p:nvPr/>
              </p:nvSpPr>
              <p:spPr>
                <a:xfrm>
                  <a:off x="1519611" y="3948229"/>
                  <a:ext cx="365100" cy="248700"/>
                </a:xfrm>
                <a:prstGeom prst="roundRect">
                  <a:avLst>
                    <a:gd fmla="val 16667" name="adj"/>
                  </a:avLst>
                </a:prstGeom>
                <a:solidFill>
                  <a:schemeClr val="lt1"/>
                </a:solidFill>
                <a:ln cap="flat" cmpd="sng" w="23275">
                  <a:solidFill>
                    <a:srgbClr val="0000FF"/>
                  </a:solidFill>
                  <a:prstDash val="solid"/>
                  <a:round/>
                  <a:headEnd len="sm" w="sm" type="none"/>
                  <a:tailEnd len="sm" w="sm" type="none"/>
                </a:ln>
              </p:spPr>
              <p:txBody>
                <a:bodyPr anchorCtr="0" anchor="ctr" bIns="111775" lIns="111775" spcFirstLastPara="1" rIns="111775" wrap="square" tIns="111775">
                  <a:noAutofit/>
                </a:bodyPr>
                <a:lstStyle/>
                <a:p>
                  <a:pPr indent="0" lvl="0" marL="0" rtl="0" algn="ctr">
                    <a:spcBef>
                      <a:spcPts val="0"/>
                    </a:spcBef>
                    <a:spcAft>
                      <a:spcPts val="0"/>
                    </a:spcAft>
                    <a:buNone/>
                  </a:pPr>
                  <a:r>
                    <a:t/>
                  </a:r>
                  <a:endParaRPr sz="1712"/>
                </a:p>
              </p:txBody>
            </p:sp>
            <p:sp>
              <p:nvSpPr>
                <p:cNvPr id="289" name="Google Shape;289;p22"/>
                <p:cNvSpPr/>
                <p:nvPr/>
              </p:nvSpPr>
              <p:spPr>
                <a:xfrm>
                  <a:off x="1990566" y="3945236"/>
                  <a:ext cx="365100" cy="248700"/>
                </a:xfrm>
                <a:prstGeom prst="roundRect">
                  <a:avLst>
                    <a:gd fmla="val 16667" name="adj"/>
                  </a:avLst>
                </a:prstGeom>
                <a:solidFill>
                  <a:schemeClr val="dk1"/>
                </a:solidFill>
                <a:ln cap="flat" cmpd="sng" w="23275">
                  <a:solidFill>
                    <a:srgbClr val="0000FF"/>
                  </a:solidFill>
                  <a:prstDash val="solid"/>
                  <a:round/>
                  <a:headEnd len="sm" w="sm" type="none"/>
                  <a:tailEnd len="sm" w="sm" type="none"/>
                </a:ln>
              </p:spPr>
              <p:txBody>
                <a:bodyPr anchorCtr="0" anchor="ctr" bIns="111775" lIns="111775" spcFirstLastPara="1" rIns="111775" wrap="square" tIns="111775">
                  <a:noAutofit/>
                </a:bodyPr>
                <a:lstStyle/>
                <a:p>
                  <a:pPr indent="0" lvl="0" marL="0" rtl="0" algn="ctr">
                    <a:spcBef>
                      <a:spcPts val="0"/>
                    </a:spcBef>
                    <a:spcAft>
                      <a:spcPts val="0"/>
                    </a:spcAft>
                    <a:buNone/>
                  </a:pPr>
                  <a:r>
                    <a:t/>
                  </a:r>
                  <a:endParaRPr sz="1712"/>
                </a:p>
              </p:txBody>
            </p:sp>
            <p:sp>
              <p:nvSpPr>
                <p:cNvPr id="290" name="Google Shape;290;p22"/>
                <p:cNvSpPr/>
                <p:nvPr/>
              </p:nvSpPr>
              <p:spPr>
                <a:xfrm>
                  <a:off x="2461521" y="3942243"/>
                  <a:ext cx="365100" cy="248700"/>
                </a:xfrm>
                <a:prstGeom prst="roundRect">
                  <a:avLst>
                    <a:gd fmla="val 16667" name="adj"/>
                  </a:avLst>
                </a:prstGeom>
                <a:solidFill>
                  <a:schemeClr val="dk1"/>
                </a:solidFill>
                <a:ln cap="flat" cmpd="sng" w="23275">
                  <a:solidFill>
                    <a:srgbClr val="0000FF"/>
                  </a:solidFill>
                  <a:prstDash val="solid"/>
                  <a:round/>
                  <a:headEnd len="sm" w="sm" type="none"/>
                  <a:tailEnd len="sm" w="sm" type="none"/>
                </a:ln>
              </p:spPr>
              <p:txBody>
                <a:bodyPr anchorCtr="0" anchor="ctr" bIns="111775" lIns="111775" spcFirstLastPara="1" rIns="111775" wrap="square" tIns="111775">
                  <a:noAutofit/>
                </a:bodyPr>
                <a:lstStyle/>
                <a:p>
                  <a:pPr indent="0" lvl="0" marL="0" rtl="0" algn="ctr">
                    <a:spcBef>
                      <a:spcPts val="0"/>
                    </a:spcBef>
                    <a:spcAft>
                      <a:spcPts val="0"/>
                    </a:spcAft>
                    <a:buNone/>
                  </a:pPr>
                  <a:r>
                    <a:t/>
                  </a:r>
                  <a:endParaRPr sz="1712"/>
                </a:p>
              </p:txBody>
            </p:sp>
            <p:sp>
              <p:nvSpPr>
                <p:cNvPr id="291" name="Google Shape;291;p22"/>
                <p:cNvSpPr/>
                <p:nvPr/>
              </p:nvSpPr>
              <p:spPr>
                <a:xfrm>
                  <a:off x="1049561" y="4255655"/>
                  <a:ext cx="365100" cy="248700"/>
                </a:xfrm>
                <a:prstGeom prst="roundRect">
                  <a:avLst>
                    <a:gd fmla="val 16667" name="adj"/>
                  </a:avLst>
                </a:prstGeom>
                <a:solidFill>
                  <a:schemeClr val="lt1"/>
                </a:solidFill>
                <a:ln cap="flat" cmpd="sng" w="23275">
                  <a:solidFill>
                    <a:srgbClr val="0000FF"/>
                  </a:solidFill>
                  <a:prstDash val="solid"/>
                  <a:round/>
                  <a:headEnd len="sm" w="sm" type="none"/>
                  <a:tailEnd len="sm" w="sm" type="none"/>
                </a:ln>
              </p:spPr>
              <p:txBody>
                <a:bodyPr anchorCtr="0" anchor="ctr" bIns="111775" lIns="111775" spcFirstLastPara="1" rIns="111775" wrap="square" tIns="111775">
                  <a:noAutofit/>
                </a:bodyPr>
                <a:lstStyle/>
                <a:p>
                  <a:pPr indent="0" lvl="0" marL="0" rtl="0" algn="ctr">
                    <a:spcBef>
                      <a:spcPts val="0"/>
                    </a:spcBef>
                    <a:spcAft>
                      <a:spcPts val="0"/>
                    </a:spcAft>
                    <a:buNone/>
                  </a:pPr>
                  <a:r>
                    <a:t/>
                  </a:r>
                  <a:endParaRPr sz="1712"/>
                </a:p>
              </p:txBody>
            </p:sp>
            <p:sp>
              <p:nvSpPr>
                <p:cNvPr id="292" name="Google Shape;292;p22"/>
                <p:cNvSpPr/>
                <p:nvPr/>
              </p:nvSpPr>
              <p:spPr>
                <a:xfrm>
                  <a:off x="1519611" y="4261029"/>
                  <a:ext cx="365100" cy="248700"/>
                </a:xfrm>
                <a:prstGeom prst="roundRect">
                  <a:avLst>
                    <a:gd fmla="val 16667" name="adj"/>
                  </a:avLst>
                </a:prstGeom>
                <a:solidFill>
                  <a:schemeClr val="dk1"/>
                </a:solidFill>
                <a:ln cap="flat" cmpd="sng" w="23275">
                  <a:solidFill>
                    <a:srgbClr val="0000FF"/>
                  </a:solidFill>
                  <a:prstDash val="solid"/>
                  <a:round/>
                  <a:headEnd len="sm" w="sm" type="none"/>
                  <a:tailEnd len="sm" w="sm" type="none"/>
                </a:ln>
              </p:spPr>
              <p:txBody>
                <a:bodyPr anchorCtr="0" anchor="ctr" bIns="111775" lIns="111775" spcFirstLastPara="1" rIns="111775" wrap="square" tIns="111775">
                  <a:noAutofit/>
                </a:bodyPr>
                <a:lstStyle/>
                <a:p>
                  <a:pPr indent="0" lvl="0" marL="0" rtl="0" algn="ctr">
                    <a:spcBef>
                      <a:spcPts val="0"/>
                    </a:spcBef>
                    <a:spcAft>
                      <a:spcPts val="0"/>
                    </a:spcAft>
                    <a:buNone/>
                  </a:pPr>
                  <a:r>
                    <a:t/>
                  </a:r>
                  <a:endParaRPr sz="1712"/>
                </a:p>
              </p:txBody>
            </p:sp>
            <p:sp>
              <p:nvSpPr>
                <p:cNvPr id="293" name="Google Shape;293;p22"/>
                <p:cNvSpPr/>
                <p:nvPr/>
              </p:nvSpPr>
              <p:spPr>
                <a:xfrm>
                  <a:off x="1990566" y="4258036"/>
                  <a:ext cx="365100" cy="248700"/>
                </a:xfrm>
                <a:prstGeom prst="roundRect">
                  <a:avLst>
                    <a:gd fmla="val 16667" name="adj"/>
                  </a:avLst>
                </a:prstGeom>
                <a:solidFill>
                  <a:schemeClr val="dk1"/>
                </a:solidFill>
                <a:ln cap="flat" cmpd="sng" w="23275">
                  <a:solidFill>
                    <a:srgbClr val="0000FF"/>
                  </a:solidFill>
                  <a:prstDash val="solid"/>
                  <a:round/>
                  <a:headEnd len="sm" w="sm" type="none"/>
                  <a:tailEnd len="sm" w="sm" type="none"/>
                </a:ln>
              </p:spPr>
              <p:txBody>
                <a:bodyPr anchorCtr="0" anchor="ctr" bIns="111775" lIns="111775" spcFirstLastPara="1" rIns="111775" wrap="square" tIns="111775">
                  <a:noAutofit/>
                </a:bodyPr>
                <a:lstStyle/>
                <a:p>
                  <a:pPr indent="0" lvl="0" marL="0" rtl="0" algn="ctr">
                    <a:spcBef>
                      <a:spcPts val="0"/>
                    </a:spcBef>
                    <a:spcAft>
                      <a:spcPts val="0"/>
                    </a:spcAft>
                    <a:buNone/>
                  </a:pPr>
                  <a:r>
                    <a:t/>
                  </a:r>
                  <a:endParaRPr sz="1712"/>
                </a:p>
              </p:txBody>
            </p:sp>
            <p:sp>
              <p:nvSpPr>
                <p:cNvPr id="294" name="Google Shape;294;p22"/>
                <p:cNvSpPr/>
                <p:nvPr/>
              </p:nvSpPr>
              <p:spPr>
                <a:xfrm>
                  <a:off x="2461521" y="4255043"/>
                  <a:ext cx="365100" cy="248700"/>
                </a:xfrm>
                <a:prstGeom prst="roundRect">
                  <a:avLst>
                    <a:gd fmla="val 16667" name="adj"/>
                  </a:avLst>
                </a:prstGeom>
                <a:solidFill>
                  <a:schemeClr val="dk1"/>
                </a:solidFill>
                <a:ln cap="flat" cmpd="sng" w="23275">
                  <a:solidFill>
                    <a:srgbClr val="0000FF"/>
                  </a:solidFill>
                  <a:prstDash val="solid"/>
                  <a:round/>
                  <a:headEnd len="sm" w="sm" type="none"/>
                  <a:tailEnd len="sm" w="sm" type="none"/>
                </a:ln>
              </p:spPr>
              <p:txBody>
                <a:bodyPr anchorCtr="0" anchor="ctr" bIns="111775" lIns="111775" spcFirstLastPara="1" rIns="111775" wrap="square" tIns="111775">
                  <a:noAutofit/>
                </a:bodyPr>
                <a:lstStyle/>
                <a:p>
                  <a:pPr indent="0" lvl="0" marL="0" rtl="0" algn="ctr">
                    <a:spcBef>
                      <a:spcPts val="0"/>
                    </a:spcBef>
                    <a:spcAft>
                      <a:spcPts val="0"/>
                    </a:spcAft>
                    <a:buNone/>
                  </a:pPr>
                  <a:r>
                    <a:t/>
                  </a:r>
                  <a:endParaRPr sz="1712"/>
                </a:p>
              </p:txBody>
            </p:sp>
          </p:grpSp>
          <p:cxnSp>
            <p:nvCxnSpPr>
              <p:cNvPr id="295" name="Google Shape;295;p22"/>
              <p:cNvCxnSpPr/>
              <p:nvPr/>
            </p:nvCxnSpPr>
            <p:spPr>
              <a:xfrm flipH="1" rot="10800000">
                <a:off x="1396499" y="3359514"/>
                <a:ext cx="140100" cy="7800"/>
              </a:xfrm>
              <a:prstGeom prst="straightConnector1">
                <a:avLst/>
              </a:prstGeom>
              <a:noFill/>
              <a:ln cap="flat" cmpd="sng" w="7525">
                <a:solidFill>
                  <a:schemeClr val="dk1"/>
                </a:solidFill>
                <a:prstDash val="solid"/>
                <a:round/>
                <a:headEnd len="med" w="med" type="none"/>
                <a:tailEnd len="med" w="med" type="triangle"/>
              </a:ln>
            </p:spPr>
          </p:cxnSp>
          <p:cxnSp>
            <p:nvCxnSpPr>
              <p:cNvPr id="296" name="Google Shape;296;p22"/>
              <p:cNvCxnSpPr/>
              <p:nvPr/>
            </p:nvCxnSpPr>
            <p:spPr>
              <a:xfrm>
                <a:off x="1073175" y="3541239"/>
                <a:ext cx="0" cy="163200"/>
              </a:xfrm>
              <a:prstGeom prst="straightConnector1">
                <a:avLst/>
              </a:prstGeom>
              <a:noFill/>
              <a:ln cap="flat" cmpd="sng" w="7525">
                <a:solidFill>
                  <a:schemeClr val="dk1"/>
                </a:solidFill>
                <a:prstDash val="solid"/>
                <a:round/>
                <a:headEnd len="med" w="med" type="none"/>
                <a:tailEnd len="med" w="med" type="triangle"/>
              </a:ln>
            </p:spPr>
          </p:cxnSp>
          <p:cxnSp>
            <p:nvCxnSpPr>
              <p:cNvPr id="297" name="Google Shape;297;p22"/>
              <p:cNvCxnSpPr/>
              <p:nvPr/>
            </p:nvCxnSpPr>
            <p:spPr>
              <a:xfrm>
                <a:off x="1816067" y="3538247"/>
                <a:ext cx="0" cy="163200"/>
              </a:xfrm>
              <a:prstGeom prst="straightConnector1">
                <a:avLst/>
              </a:prstGeom>
              <a:noFill/>
              <a:ln cap="flat" cmpd="sng" w="7525">
                <a:solidFill>
                  <a:schemeClr val="dk1"/>
                </a:solidFill>
                <a:prstDash val="solid"/>
                <a:round/>
                <a:headEnd len="med" w="med" type="none"/>
                <a:tailEnd len="med" w="med" type="triangle"/>
              </a:ln>
            </p:spPr>
          </p:cxnSp>
          <p:cxnSp>
            <p:nvCxnSpPr>
              <p:cNvPr id="298" name="Google Shape;298;p22"/>
              <p:cNvCxnSpPr/>
              <p:nvPr/>
            </p:nvCxnSpPr>
            <p:spPr>
              <a:xfrm>
                <a:off x="2574499" y="3527484"/>
                <a:ext cx="0" cy="163200"/>
              </a:xfrm>
              <a:prstGeom prst="straightConnector1">
                <a:avLst/>
              </a:prstGeom>
              <a:noFill/>
              <a:ln cap="flat" cmpd="sng" w="7525">
                <a:solidFill>
                  <a:schemeClr val="dk1"/>
                </a:solidFill>
                <a:prstDash val="solid"/>
                <a:round/>
                <a:headEnd len="med" w="med" type="none"/>
                <a:tailEnd len="med" w="med" type="triangle"/>
              </a:ln>
            </p:spPr>
          </p:cxnSp>
          <p:cxnSp>
            <p:nvCxnSpPr>
              <p:cNvPr id="299" name="Google Shape;299;p22"/>
              <p:cNvCxnSpPr/>
              <p:nvPr/>
            </p:nvCxnSpPr>
            <p:spPr>
              <a:xfrm>
                <a:off x="3301852" y="3532261"/>
                <a:ext cx="0" cy="163200"/>
              </a:xfrm>
              <a:prstGeom prst="straightConnector1">
                <a:avLst/>
              </a:prstGeom>
              <a:noFill/>
              <a:ln cap="flat" cmpd="sng" w="7525">
                <a:solidFill>
                  <a:schemeClr val="dk1"/>
                </a:solidFill>
                <a:prstDash val="solid"/>
                <a:round/>
                <a:headEnd len="med" w="med" type="none"/>
                <a:tailEnd len="med" w="med" type="triangle"/>
              </a:ln>
            </p:spPr>
          </p:cxnSp>
          <p:cxnSp>
            <p:nvCxnSpPr>
              <p:cNvPr id="300" name="Google Shape;300;p22"/>
              <p:cNvCxnSpPr/>
              <p:nvPr/>
            </p:nvCxnSpPr>
            <p:spPr>
              <a:xfrm flipH="1" rot="10800000">
                <a:off x="2913363" y="3353528"/>
                <a:ext cx="140100" cy="7800"/>
              </a:xfrm>
              <a:prstGeom prst="straightConnector1">
                <a:avLst/>
              </a:prstGeom>
              <a:noFill/>
              <a:ln cap="flat" cmpd="sng" w="7525">
                <a:solidFill>
                  <a:schemeClr val="dk1"/>
                </a:solidFill>
                <a:prstDash val="solid"/>
                <a:round/>
                <a:headEnd len="med" w="med" type="none"/>
                <a:tailEnd len="med" w="med" type="triangle"/>
              </a:ln>
            </p:spPr>
          </p:cxnSp>
          <p:cxnSp>
            <p:nvCxnSpPr>
              <p:cNvPr id="301" name="Google Shape;301;p22"/>
              <p:cNvCxnSpPr/>
              <p:nvPr/>
            </p:nvCxnSpPr>
            <p:spPr>
              <a:xfrm>
                <a:off x="1077952" y="4035503"/>
                <a:ext cx="0" cy="163200"/>
              </a:xfrm>
              <a:prstGeom prst="straightConnector1">
                <a:avLst/>
              </a:prstGeom>
              <a:noFill/>
              <a:ln cap="flat" cmpd="sng" w="7525">
                <a:solidFill>
                  <a:schemeClr val="dk1"/>
                </a:solidFill>
                <a:prstDash val="solid"/>
                <a:round/>
                <a:headEnd len="med" w="med" type="none"/>
                <a:tailEnd len="med" w="med" type="triangle"/>
              </a:ln>
            </p:spPr>
          </p:cxnSp>
          <p:cxnSp>
            <p:nvCxnSpPr>
              <p:cNvPr id="302" name="Google Shape;302;p22"/>
              <p:cNvCxnSpPr/>
              <p:nvPr/>
            </p:nvCxnSpPr>
            <p:spPr>
              <a:xfrm>
                <a:off x="1820844" y="4032511"/>
                <a:ext cx="0" cy="163200"/>
              </a:xfrm>
              <a:prstGeom prst="straightConnector1">
                <a:avLst/>
              </a:prstGeom>
              <a:noFill/>
              <a:ln cap="flat" cmpd="sng" w="7525">
                <a:solidFill>
                  <a:schemeClr val="dk1"/>
                </a:solidFill>
                <a:prstDash val="solid"/>
                <a:round/>
                <a:headEnd len="med" w="med" type="none"/>
                <a:tailEnd len="med" w="med" type="triangle"/>
              </a:ln>
            </p:spPr>
          </p:cxnSp>
          <p:cxnSp>
            <p:nvCxnSpPr>
              <p:cNvPr id="303" name="Google Shape;303;p22"/>
              <p:cNvCxnSpPr/>
              <p:nvPr/>
            </p:nvCxnSpPr>
            <p:spPr>
              <a:xfrm>
                <a:off x="2579276" y="4021748"/>
                <a:ext cx="0" cy="163200"/>
              </a:xfrm>
              <a:prstGeom prst="straightConnector1">
                <a:avLst/>
              </a:prstGeom>
              <a:noFill/>
              <a:ln cap="flat" cmpd="sng" w="7525">
                <a:solidFill>
                  <a:schemeClr val="dk1"/>
                </a:solidFill>
                <a:prstDash val="solid"/>
                <a:round/>
                <a:headEnd len="med" w="med" type="none"/>
                <a:tailEnd len="med" w="med" type="triangle"/>
              </a:ln>
            </p:spPr>
          </p:cxnSp>
          <p:cxnSp>
            <p:nvCxnSpPr>
              <p:cNvPr id="304" name="Google Shape;304;p22"/>
              <p:cNvCxnSpPr/>
              <p:nvPr/>
            </p:nvCxnSpPr>
            <p:spPr>
              <a:xfrm>
                <a:off x="3306629" y="4026525"/>
                <a:ext cx="0" cy="163200"/>
              </a:xfrm>
              <a:prstGeom prst="straightConnector1">
                <a:avLst/>
              </a:prstGeom>
              <a:noFill/>
              <a:ln cap="flat" cmpd="sng" w="7525">
                <a:solidFill>
                  <a:schemeClr val="dk1"/>
                </a:solidFill>
                <a:prstDash val="solid"/>
                <a:round/>
                <a:headEnd len="med" w="med" type="none"/>
                <a:tailEnd len="med" w="med" type="triangle"/>
              </a:ln>
            </p:spPr>
          </p:cxnSp>
          <p:cxnSp>
            <p:nvCxnSpPr>
              <p:cNvPr id="305" name="Google Shape;305;p22"/>
              <p:cNvCxnSpPr/>
              <p:nvPr/>
            </p:nvCxnSpPr>
            <p:spPr>
              <a:xfrm>
                <a:off x="1082729" y="4553076"/>
                <a:ext cx="0" cy="163200"/>
              </a:xfrm>
              <a:prstGeom prst="straightConnector1">
                <a:avLst/>
              </a:prstGeom>
              <a:noFill/>
              <a:ln cap="flat" cmpd="sng" w="7525">
                <a:solidFill>
                  <a:schemeClr val="dk1"/>
                </a:solidFill>
                <a:prstDash val="solid"/>
                <a:round/>
                <a:headEnd len="med" w="med" type="none"/>
                <a:tailEnd len="med" w="med" type="triangle"/>
              </a:ln>
            </p:spPr>
          </p:cxnSp>
          <p:cxnSp>
            <p:nvCxnSpPr>
              <p:cNvPr id="306" name="Google Shape;306;p22"/>
              <p:cNvCxnSpPr/>
              <p:nvPr/>
            </p:nvCxnSpPr>
            <p:spPr>
              <a:xfrm>
                <a:off x="1825621" y="4550084"/>
                <a:ext cx="0" cy="163200"/>
              </a:xfrm>
              <a:prstGeom prst="straightConnector1">
                <a:avLst/>
              </a:prstGeom>
              <a:noFill/>
              <a:ln cap="flat" cmpd="sng" w="7525">
                <a:solidFill>
                  <a:schemeClr val="dk1"/>
                </a:solidFill>
                <a:prstDash val="solid"/>
                <a:round/>
                <a:headEnd len="med" w="med" type="none"/>
                <a:tailEnd len="med" w="med" type="triangle"/>
              </a:ln>
            </p:spPr>
          </p:cxnSp>
          <p:cxnSp>
            <p:nvCxnSpPr>
              <p:cNvPr id="307" name="Google Shape;307;p22"/>
              <p:cNvCxnSpPr/>
              <p:nvPr/>
            </p:nvCxnSpPr>
            <p:spPr>
              <a:xfrm>
                <a:off x="2584053" y="4539321"/>
                <a:ext cx="0" cy="163200"/>
              </a:xfrm>
              <a:prstGeom prst="straightConnector1">
                <a:avLst/>
              </a:prstGeom>
              <a:noFill/>
              <a:ln cap="flat" cmpd="sng" w="7525">
                <a:solidFill>
                  <a:schemeClr val="dk1"/>
                </a:solidFill>
                <a:prstDash val="solid"/>
                <a:round/>
                <a:headEnd len="med" w="med" type="none"/>
                <a:tailEnd len="med" w="med" type="triangle"/>
              </a:ln>
            </p:spPr>
          </p:cxnSp>
          <p:cxnSp>
            <p:nvCxnSpPr>
              <p:cNvPr id="308" name="Google Shape;308;p22"/>
              <p:cNvCxnSpPr/>
              <p:nvPr/>
            </p:nvCxnSpPr>
            <p:spPr>
              <a:xfrm>
                <a:off x="3311406" y="4544098"/>
                <a:ext cx="0" cy="163200"/>
              </a:xfrm>
              <a:prstGeom prst="straightConnector1">
                <a:avLst/>
              </a:prstGeom>
              <a:noFill/>
              <a:ln cap="flat" cmpd="sng" w="7525">
                <a:solidFill>
                  <a:schemeClr val="dk1"/>
                </a:solidFill>
                <a:prstDash val="solid"/>
                <a:round/>
                <a:headEnd len="med" w="med" type="none"/>
                <a:tailEnd len="med" w="med" type="triangle"/>
              </a:ln>
            </p:spPr>
          </p:cxnSp>
          <p:cxnSp>
            <p:nvCxnSpPr>
              <p:cNvPr id="309" name="Google Shape;309;p22"/>
              <p:cNvCxnSpPr/>
              <p:nvPr/>
            </p:nvCxnSpPr>
            <p:spPr>
              <a:xfrm flipH="1" rot="10800000">
                <a:off x="2131622" y="3364291"/>
                <a:ext cx="140100" cy="7800"/>
              </a:xfrm>
              <a:prstGeom prst="straightConnector1">
                <a:avLst/>
              </a:prstGeom>
              <a:noFill/>
              <a:ln cap="flat" cmpd="sng" w="7525">
                <a:solidFill>
                  <a:schemeClr val="dk1"/>
                </a:solidFill>
                <a:prstDash val="solid"/>
                <a:round/>
                <a:headEnd len="med" w="med" type="none"/>
                <a:tailEnd len="med" w="med" type="triangle"/>
              </a:ln>
            </p:spPr>
          </p:cxnSp>
          <p:cxnSp>
            <p:nvCxnSpPr>
              <p:cNvPr id="310" name="Google Shape;310;p22"/>
              <p:cNvCxnSpPr/>
              <p:nvPr/>
            </p:nvCxnSpPr>
            <p:spPr>
              <a:xfrm flipH="1" rot="10800000">
                <a:off x="1409046" y="3884856"/>
                <a:ext cx="140100" cy="7800"/>
              </a:xfrm>
              <a:prstGeom prst="straightConnector1">
                <a:avLst/>
              </a:prstGeom>
              <a:noFill/>
              <a:ln cap="flat" cmpd="sng" w="7525">
                <a:solidFill>
                  <a:schemeClr val="dk1"/>
                </a:solidFill>
                <a:prstDash val="solid"/>
                <a:round/>
                <a:headEnd len="med" w="med" type="none"/>
                <a:tailEnd len="med" w="med" type="triangle"/>
              </a:ln>
            </p:spPr>
          </p:cxnSp>
          <p:cxnSp>
            <p:nvCxnSpPr>
              <p:cNvPr id="311" name="Google Shape;311;p22"/>
              <p:cNvCxnSpPr/>
              <p:nvPr/>
            </p:nvCxnSpPr>
            <p:spPr>
              <a:xfrm flipH="1" rot="10800000">
                <a:off x="2902601" y="3886640"/>
                <a:ext cx="140100" cy="7800"/>
              </a:xfrm>
              <a:prstGeom prst="straightConnector1">
                <a:avLst/>
              </a:prstGeom>
              <a:noFill/>
              <a:ln cap="flat" cmpd="sng" w="7525">
                <a:solidFill>
                  <a:schemeClr val="dk1"/>
                </a:solidFill>
                <a:prstDash val="solid"/>
                <a:round/>
                <a:headEnd len="med" w="med" type="none"/>
                <a:tailEnd len="med" w="med" type="triangle"/>
              </a:ln>
            </p:spPr>
          </p:cxnSp>
          <p:cxnSp>
            <p:nvCxnSpPr>
              <p:cNvPr id="312" name="Google Shape;312;p22"/>
              <p:cNvCxnSpPr/>
              <p:nvPr/>
            </p:nvCxnSpPr>
            <p:spPr>
              <a:xfrm flipH="1" rot="10800000">
                <a:off x="2159708" y="3881864"/>
                <a:ext cx="140100" cy="7800"/>
              </a:xfrm>
              <a:prstGeom prst="straightConnector1">
                <a:avLst/>
              </a:prstGeom>
              <a:noFill/>
              <a:ln cap="flat" cmpd="sng" w="7525">
                <a:solidFill>
                  <a:schemeClr val="dk1"/>
                </a:solidFill>
                <a:prstDash val="solid"/>
                <a:round/>
                <a:headEnd len="med" w="med" type="none"/>
                <a:tailEnd len="med" w="med" type="triangle"/>
              </a:ln>
            </p:spPr>
          </p:cxnSp>
          <p:cxnSp>
            <p:nvCxnSpPr>
              <p:cNvPr id="313" name="Google Shape;313;p22"/>
              <p:cNvCxnSpPr/>
              <p:nvPr/>
            </p:nvCxnSpPr>
            <p:spPr>
              <a:xfrm flipH="1" rot="10800000">
                <a:off x="1413823" y="4410199"/>
                <a:ext cx="140100" cy="7800"/>
              </a:xfrm>
              <a:prstGeom prst="straightConnector1">
                <a:avLst/>
              </a:prstGeom>
              <a:noFill/>
              <a:ln cap="flat" cmpd="sng" w="7525">
                <a:solidFill>
                  <a:schemeClr val="dk1"/>
                </a:solidFill>
                <a:prstDash val="solid"/>
                <a:round/>
                <a:headEnd len="med" w="med" type="none"/>
                <a:tailEnd len="med" w="med" type="triangle"/>
              </a:ln>
            </p:spPr>
          </p:cxnSp>
          <p:cxnSp>
            <p:nvCxnSpPr>
              <p:cNvPr id="314" name="Google Shape;314;p22"/>
              <p:cNvCxnSpPr/>
              <p:nvPr/>
            </p:nvCxnSpPr>
            <p:spPr>
              <a:xfrm flipH="1" rot="10800000">
                <a:off x="2907377" y="4411983"/>
                <a:ext cx="140100" cy="7800"/>
              </a:xfrm>
              <a:prstGeom prst="straightConnector1">
                <a:avLst/>
              </a:prstGeom>
              <a:noFill/>
              <a:ln cap="flat" cmpd="sng" w="7525">
                <a:solidFill>
                  <a:schemeClr val="dk1"/>
                </a:solidFill>
                <a:prstDash val="solid"/>
                <a:round/>
                <a:headEnd len="med" w="med" type="none"/>
                <a:tailEnd len="med" w="med" type="triangle"/>
              </a:ln>
            </p:spPr>
          </p:cxnSp>
          <p:cxnSp>
            <p:nvCxnSpPr>
              <p:cNvPr id="315" name="Google Shape;315;p22"/>
              <p:cNvCxnSpPr/>
              <p:nvPr/>
            </p:nvCxnSpPr>
            <p:spPr>
              <a:xfrm flipH="1" rot="10800000">
                <a:off x="2164485" y="4407206"/>
                <a:ext cx="140100" cy="7800"/>
              </a:xfrm>
              <a:prstGeom prst="straightConnector1">
                <a:avLst/>
              </a:prstGeom>
              <a:noFill/>
              <a:ln cap="flat" cmpd="sng" w="7525">
                <a:solidFill>
                  <a:schemeClr val="dk1"/>
                </a:solidFill>
                <a:prstDash val="solid"/>
                <a:round/>
                <a:headEnd len="med" w="med" type="none"/>
                <a:tailEnd len="med" w="med" type="triangle"/>
              </a:ln>
            </p:spPr>
          </p:cxnSp>
          <p:cxnSp>
            <p:nvCxnSpPr>
              <p:cNvPr id="316" name="Google Shape;316;p22"/>
              <p:cNvCxnSpPr/>
              <p:nvPr/>
            </p:nvCxnSpPr>
            <p:spPr>
              <a:xfrm flipH="1" rot="10800000">
                <a:off x="1418600" y="4865615"/>
                <a:ext cx="140100" cy="7800"/>
              </a:xfrm>
              <a:prstGeom prst="straightConnector1">
                <a:avLst/>
              </a:prstGeom>
              <a:noFill/>
              <a:ln cap="flat" cmpd="sng" w="7525">
                <a:solidFill>
                  <a:schemeClr val="dk1"/>
                </a:solidFill>
                <a:prstDash val="solid"/>
                <a:round/>
                <a:headEnd len="med" w="med" type="none"/>
                <a:tailEnd len="med" w="med" type="triangle"/>
              </a:ln>
            </p:spPr>
          </p:cxnSp>
          <p:cxnSp>
            <p:nvCxnSpPr>
              <p:cNvPr id="317" name="Google Shape;317;p22"/>
              <p:cNvCxnSpPr/>
              <p:nvPr/>
            </p:nvCxnSpPr>
            <p:spPr>
              <a:xfrm flipH="1" rot="10800000">
                <a:off x="2912154" y="4867399"/>
                <a:ext cx="140100" cy="7800"/>
              </a:xfrm>
              <a:prstGeom prst="straightConnector1">
                <a:avLst/>
              </a:prstGeom>
              <a:noFill/>
              <a:ln cap="flat" cmpd="sng" w="7525">
                <a:solidFill>
                  <a:schemeClr val="dk1"/>
                </a:solidFill>
                <a:prstDash val="solid"/>
                <a:round/>
                <a:headEnd len="med" w="med" type="none"/>
                <a:tailEnd len="med" w="med" type="triangle"/>
              </a:ln>
            </p:spPr>
          </p:cxnSp>
          <p:cxnSp>
            <p:nvCxnSpPr>
              <p:cNvPr id="318" name="Google Shape;318;p22"/>
              <p:cNvCxnSpPr/>
              <p:nvPr/>
            </p:nvCxnSpPr>
            <p:spPr>
              <a:xfrm flipH="1" rot="10800000">
                <a:off x="2169262" y="4862622"/>
                <a:ext cx="140100" cy="7800"/>
              </a:xfrm>
              <a:prstGeom prst="straightConnector1">
                <a:avLst/>
              </a:prstGeom>
              <a:noFill/>
              <a:ln cap="flat" cmpd="sng" w="7525">
                <a:solidFill>
                  <a:schemeClr val="dk1"/>
                </a:solidFill>
                <a:prstDash val="solid"/>
                <a:round/>
                <a:headEnd len="med" w="med" type="none"/>
                <a:tailEnd len="med" w="med" type="triangle"/>
              </a:ln>
            </p:spPr>
          </p:cxnSp>
        </p:grpSp>
        <p:sp>
          <p:nvSpPr>
            <p:cNvPr id="319" name="Google Shape;319;p22"/>
            <p:cNvSpPr/>
            <p:nvPr/>
          </p:nvSpPr>
          <p:spPr>
            <a:xfrm>
              <a:off x="2976346" y="3732415"/>
              <a:ext cx="210000" cy="202500"/>
            </a:xfrm>
            <a:prstGeom prst="rightArrow">
              <a:avLst>
                <a:gd fmla="val 50000" name="adj1"/>
                <a:gd fmla="val 50000" name="adj2"/>
              </a:avLst>
            </a:prstGeom>
            <a:solidFill>
              <a:schemeClr val="lt2"/>
            </a:solidFill>
            <a:ln cap="flat" cmpd="sng" w="9775">
              <a:solidFill>
                <a:schemeClr val="dk2"/>
              </a:solidFill>
              <a:prstDash val="solid"/>
              <a:round/>
              <a:headEnd len="sm" w="sm" type="none"/>
              <a:tailEnd len="sm" w="sm" type="none"/>
            </a:ln>
          </p:spPr>
          <p:txBody>
            <a:bodyPr anchorCtr="0" anchor="ctr" bIns="93775" lIns="93775" spcFirstLastPara="1" rIns="93775" wrap="square" tIns="93775">
              <a:noAutofit/>
            </a:bodyPr>
            <a:lstStyle/>
            <a:p>
              <a:pPr indent="0" lvl="0" marL="0" rtl="0" algn="ctr">
                <a:spcBef>
                  <a:spcPts val="0"/>
                </a:spcBef>
                <a:spcAft>
                  <a:spcPts val="0"/>
                </a:spcAft>
                <a:buNone/>
              </a:pPr>
              <a:r>
                <a:t/>
              </a:r>
              <a:endParaRPr sz="1436"/>
            </a:p>
          </p:txBody>
        </p:sp>
        <p:sp>
          <p:nvSpPr>
            <p:cNvPr id="320" name="Google Shape;320;p22"/>
            <p:cNvSpPr txBox="1"/>
            <p:nvPr/>
          </p:nvSpPr>
          <p:spPr>
            <a:xfrm>
              <a:off x="1360350" y="3111524"/>
              <a:ext cx="427500" cy="323100"/>
            </a:xfrm>
            <a:prstGeom prst="rect">
              <a:avLst/>
            </a:prstGeom>
            <a:noFill/>
            <a:ln>
              <a:noFill/>
            </a:ln>
          </p:spPr>
          <p:txBody>
            <a:bodyPr anchorCtr="0" anchor="t" bIns="97125" lIns="97125" spcFirstLastPara="1" rIns="97125" wrap="square" tIns="97125">
              <a:spAutoFit/>
            </a:bodyPr>
            <a:lstStyle/>
            <a:p>
              <a:pPr indent="0" lvl="0" marL="0" rtl="0" algn="l">
                <a:spcBef>
                  <a:spcPts val="0"/>
                </a:spcBef>
                <a:spcAft>
                  <a:spcPts val="0"/>
                </a:spcAft>
                <a:buNone/>
              </a:pPr>
              <a:r>
                <a:rPr lang="en" sz="956">
                  <a:solidFill>
                    <a:schemeClr val="dk2"/>
                  </a:solidFill>
                </a:rPr>
                <a:t>PE</a:t>
              </a:r>
              <a:r>
                <a:rPr lang="en" sz="637">
                  <a:solidFill>
                    <a:schemeClr val="dk2"/>
                  </a:solidFill>
                </a:rPr>
                <a:t>12</a:t>
              </a:r>
              <a:endParaRPr sz="637">
                <a:solidFill>
                  <a:schemeClr val="dk2"/>
                </a:solidFill>
              </a:endParaRPr>
            </a:p>
          </p:txBody>
        </p:sp>
        <p:sp>
          <p:nvSpPr>
            <p:cNvPr id="321" name="Google Shape;321;p22"/>
            <p:cNvSpPr txBox="1"/>
            <p:nvPr/>
          </p:nvSpPr>
          <p:spPr>
            <a:xfrm>
              <a:off x="1947850" y="3124070"/>
              <a:ext cx="427500" cy="323100"/>
            </a:xfrm>
            <a:prstGeom prst="rect">
              <a:avLst/>
            </a:prstGeom>
            <a:noFill/>
            <a:ln>
              <a:noFill/>
            </a:ln>
          </p:spPr>
          <p:txBody>
            <a:bodyPr anchorCtr="0" anchor="t" bIns="97125" lIns="97125" spcFirstLastPara="1" rIns="97125" wrap="square" tIns="97125">
              <a:spAutoFit/>
            </a:bodyPr>
            <a:lstStyle/>
            <a:p>
              <a:pPr indent="0" lvl="0" marL="0" rtl="0" algn="l">
                <a:spcBef>
                  <a:spcPts val="0"/>
                </a:spcBef>
                <a:spcAft>
                  <a:spcPts val="0"/>
                </a:spcAft>
                <a:buNone/>
              </a:pPr>
              <a:r>
                <a:rPr lang="en" sz="956">
                  <a:solidFill>
                    <a:schemeClr val="dk2"/>
                  </a:solidFill>
                </a:rPr>
                <a:t>PE</a:t>
              </a:r>
              <a:r>
                <a:rPr lang="en" sz="637">
                  <a:solidFill>
                    <a:schemeClr val="dk2"/>
                  </a:solidFill>
                </a:rPr>
                <a:t>13</a:t>
              </a:r>
              <a:endParaRPr sz="637">
                <a:solidFill>
                  <a:schemeClr val="dk2"/>
                </a:solidFill>
              </a:endParaRPr>
            </a:p>
          </p:txBody>
        </p:sp>
        <p:sp>
          <p:nvSpPr>
            <p:cNvPr id="322" name="Google Shape;322;p22"/>
            <p:cNvSpPr txBox="1"/>
            <p:nvPr/>
          </p:nvSpPr>
          <p:spPr>
            <a:xfrm>
              <a:off x="2496501" y="3128847"/>
              <a:ext cx="427500" cy="323100"/>
            </a:xfrm>
            <a:prstGeom prst="rect">
              <a:avLst/>
            </a:prstGeom>
            <a:noFill/>
            <a:ln>
              <a:noFill/>
            </a:ln>
          </p:spPr>
          <p:txBody>
            <a:bodyPr anchorCtr="0" anchor="t" bIns="97125" lIns="97125" spcFirstLastPara="1" rIns="97125" wrap="square" tIns="97125">
              <a:spAutoFit/>
            </a:bodyPr>
            <a:lstStyle/>
            <a:p>
              <a:pPr indent="0" lvl="0" marL="0" rtl="0" algn="l">
                <a:spcBef>
                  <a:spcPts val="0"/>
                </a:spcBef>
                <a:spcAft>
                  <a:spcPts val="0"/>
                </a:spcAft>
                <a:buNone/>
              </a:pPr>
              <a:r>
                <a:rPr lang="en" sz="956">
                  <a:solidFill>
                    <a:schemeClr val="dk2"/>
                  </a:solidFill>
                </a:rPr>
                <a:t>PE</a:t>
              </a:r>
              <a:r>
                <a:rPr lang="en" sz="637">
                  <a:solidFill>
                    <a:schemeClr val="dk2"/>
                  </a:solidFill>
                </a:rPr>
                <a:t>14</a:t>
              </a:r>
              <a:endParaRPr sz="637">
                <a:solidFill>
                  <a:schemeClr val="dk2"/>
                </a:solidFill>
              </a:endParaRPr>
            </a:p>
          </p:txBody>
        </p:sp>
        <p:sp>
          <p:nvSpPr>
            <p:cNvPr id="323" name="Google Shape;323;p22"/>
            <p:cNvSpPr txBox="1"/>
            <p:nvPr/>
          </p:nvSpPr>
          <p:spPr>
            <a:xfrm>
              <a:off x="802976" y="3535997"/>
              <a:ext cx="427500" cy="323100"/>
            </a:xfrm>
            <a:prstGeom prst="rect">
              <a:avLst/>
            </a:prstGeom>
            <a:noFill/>
            <a:ln>
              <a:noFill/>
            </a:ln>
          </p:spPr>
          <p:txBody>
            <a:bodyPr anchorCtr="0" anchor="t" bIns="97125" lIns="97125" spcFirstLastPara="1" rIns="97125" wrap="square" tIns="97125">
              <a:spAutoFit/>
            </a:bodyPr>
            <a:lstStyle/>
            <a:p>
              <a:pPr indent="0" lvl="0" marL="0" rtl="0" algn="l">
                <a:spcBef>
                  <a:spcPts val="0"/>
                </a:spcBef>
                <a:spcAft>
                  <a:spcPts val="0"/>
                </a:spcAft>
                <a:buNone/>
              </a:pPr>
              <a:r>
                <a:rPr lang="en" sz="956">
                  <a:solidFill>
                    <a:schemeClr val="dk2"/>
                  </a:solidFill>
                </a:rPr>
                <a:t>PE</a:t>
              </a:r>
              <a:r>
                <a:rPr lang="en" sz="637">
                  <a:solidFill>
                    <a:schemeClr val="dk2"/>
                  </a:solidFill>
                </a:rPr>
                <a:t>21</a:t>
              </a:r>
              <a:endParaRPr sz="637">
                <a:solidFill>
                  <a:schemeClr val="dk2"/>
                </a:solidFill>
              </a:endParaRPr>
            </a:p>
          </p:txBody>
        </p:sp>
        <p:sp>
          <p:nvSpPr>
            <p:cNvPr id="324" name="Google Shape;324;p22"/>
            <p:cNvSpPr txBox="1"/>
            <p:nvPr/>
          </p:nvSpPr>
          <p:spPr>
            <a:xfrm>
              <a:off x="1379775" y="3527336"/>
              <a:ext cx="427500" cy="323100"/>
            </a:xfrm>
            <a:prstGeom prst="rect">
              <a:avLst/>
            </a:prstGeom>
            <a:noFill/>
            <a:ln>
              <a:noFill/>
            </a:ln>
          </p:spPr>
          <p:txBody>
            <a:bodyPr anchorCtr="0" anchor="t" bIns="97125" lIns="97125" spcFirstLastPara="1" rIns="97125" wrap="square" tIns="97125">
              <a:spAutoFit/>
            </a:bodyPr>
            <a:lstStyle/>
            <a:p>
              <a:pPr indent="0" lvl="0" marL="0" rtl="0" algn="l">
                <a:spcBef>
                  <a:spcPts val="0"/>
                </a:spcBef>
                <a:spcAft>
                  <a:spcPts val="0"/>
                </a:spcAft>
                <a:buNone/>
              </a:pPr>
              <a:r>
                <a:rPr lang="en" sz="956">
                  <a:solidFill>
                    <a:schemeClr val="dk2"/>
                  </a:solidFill>
                </a:rPr>
                <a:t>PE</a:t>
              </a:r>
              <a:r>
                <a:rPr lang="en" sz="637">
                  <a:solidFill>
                    <a:schemeClr val="dk2"/>
                  </a:solidFill>
                </a:rPr>
                <a:t>2</a:t>
              </a:r>
              <a:r>
                <a:rPr lang="en" sz="637">
                  <a:solidFill>
                    <a:schemeClr val="dk2"/>
                  </a:solidFill>
                </a:rPr>
                <a:t>2</a:t>
              </a:r>
              <a:endParaRPr sz="637">
                <a:solidFill>
                  <a:schemeClr val="dk2"/>
                </a:solidFill>
              </a:endParaRPr>
            </a:p>
          </p:txBody>
        </p:sp>
        <p:sp>
          <p:nvSpPr>
            <p:cNvPr id="325" name="Google Shape;325;p22"/>
            <p:cNvSpPr txBox="1"/>
            <p:nvPr/>
          </p:nvSpPr>
          <p:spPr>
            <a:xfrm>
              <a:off x="1967275" y="3539883"/>
              <a:ext cx="427500" cy="323100"/>
            </a:xfrm>
            <a:prstGeom prst="rect">
              <a:avLst/>
            </a:prstGeom>
            <a:noFill/>
            <a:ln>
              <a:noFill/>
            </a:ln>
          </p:spPr>
          <p:txBody>
            <a:bodyPr anchorCtr="0" anchor="t" bIns="97125" lIns="97125" spcFirstLastPara="1" rIns="97125" wrap="square" tIns="97125">
              <a:spAutoFit/>
            </a:bodyPr>
            <a:lstStyle/>
            <a:p>
              <a:pPr indent="0" lvl="0" marL="0" rtl="0" algn="l">
                <a:spcBef>
                  <a:spcPts val="0"/>
                </a:spcBef>
                <a:spcAft>
                  <a:spcPts val="0"/>
                </a:spcAft>
                <a:buNone/>
              </a:pPr>
              <a:r>
                <a:rPr lang="en" sz="956">
                  <a:solidFill>
                    <a:schemeClr val="dk2"/>
                  </a:solidFill>
                </a:rPr>
                <a:t>PE</a:t>
              </a:r>
              <a:r>
                <a:rPr lang="en" sz="637">
                  <a:solidFill>
                    <a:schemeClr val="dk2"/>
                  </a:solidFill>
                </a:rPr>
                <a:t>23</a:t>
              </a:r>
              <a:endParaRPr sz="637">
                <a:solidFill>
                  <a:schemeClr val="dk2"/>
                </a:solidFill>
              </a:endParaRPr>
            </a:p>
          </p:txBody>
        </p:sp>
        <p:sp>
          <p:nvSpPr>
            <p:cNvPr id="326" name="Google Shape;326;p22"/>
            <p:cNvSpPr txBox="1"/>
            <p:nvPr/>
          </p:nvSpPr>
          <p:spPr>
            <a:xfrm>
              <a:off x="815523" y="3905947"/>
              <a:ext cx="427500" cy="323100"/>
            </a:xfrm>
            <a:prstGeom prst="rect">
              <a:avLst/>
            </a:prstGeom>
            <a:noFill/>
            <a:ln>
              <a:noFill/>
            </a:ln>
          </p:spPr>
          <p:txBody>
            <a:bodyPr anchorCtr="0" anchor="t" bIns="97125" lIns="97125" spcFirstLastPara="1" rIns="97125" wrap="square" tIns="97125">
              <a:spAutoFit/>
            </a:bodyPr>
            <a:lstStyle/>
            <a:p>
              <a:pPr indent="0" lvl="0" marL="0" rtl="0" algn="l">
                <a:spcBef>
                  <a:spcPts val="0"/>
                </a:spcBef>
                <a:spcAft>
                  <a:spcPts val="0"/>
                </a:spcAft>
                <a:buNone/>
              </a:pPr>
              <a:r>
                <a:rPr lang="en" sz="956">
                  <a:solidFill>
                    <a:schemeClr val="dk2"/>
                  </a:solidFill>
                </a:rPr>
                <a:t>PE</a:t>
              </a:r>
              <a:r>
                <a:rPr lang="en" sz="637">
                  <a:solidFill>
                    <a:schemeClr val="dk2"/>
                  </a:solidFill>
                </a:rPr>
                <a:t>3</a:t>
              </a:r>
              <a:r>
                <a:rPr lang="en" sz="637">
                  <a:solidFill>
                    <a:schemeClr val="dk2"/>
                  </a:solidFill>
                </a:rPr>
                <a:t>1</a:t>
              </a:r>
              <a:endParaRPr sz="637">
                <a:solidFill>
                  <a:schemeClr val="dk2"/>
                </a:solidFill>
              </a:endParaRPr>
            </a:p>
          </p:txBody>
        </p:sp>
        <p:sp>
          <p:nvSpPr>
            <p:cNvPr id="327" name="Google Shape;327;p22"/>
            <p:cNvSpPr txBox="1"/>
            <p:nvPr/>
          </p:nvSpPr>
          <p:spPr>
            <a:xfrm>
              <a:off x="1392322" y="3897286"/>
              <a:ext cx="427500" cy="323100"/>
            </a:xfrm>
            <a:prstGeom prst="rect">
              <a:avLst/>
            </a:prstGeom>
            <a:noFill/>
            <a:ln>
              <a:noFill/>
            </a:ln>
          </p:spPr>
          <p:txBody>
            <a:bodyPr anchorCtr="0" anchor="t" bIns="97125" lIns="97125" spcFirstLastPara="1" rIns="97125" wrap="square" tIns="97125">
              <a:spAutoFit/>
            </a:bodyPr>
            <a:lstStyle/>
            <a:p>
              <a:pPr indent="0" lvl="0" marL="0" rtl="0" algn="l">
                <a:spcBef>
                  <a:spcPts val="0"/>
                </a:spcBef>
                <a:spcAft>
                  <a:spcPts val="0"/>
                </a:spcAft>
                <a:buNone/>
              </a:pPr>
              <a:r>
                <a:rPr lang="en" sz="956">
                  <a:solidFill>
                    <a:schemeClr val="dk2"/>
                  </a:solidFill>
                </a:rPr>
                <a:t>PE</a:t>
              </a:r>
              <a:r>
                <a:rPr lang="en" sz="637">
                  <a:solidFill>
                    <a:schemeClr val="dk2"/>
                  </a:solidFill>
                </a:rPr>
                <a:t>3</a:t>
              </a:r>
              <a:r>
                <a:rPr lang="en" sz="637">
                  <a:solidFill>
                    <a:schemeClr val="dk2"/>
                  </a:solidFill>
                </a:rPr>
                <a:t>2</a:t>
              </a:r>
              <a:endParaRPr sz="637">
                <a:solidFill>
                  <a:schemeClr val="dk2"/>
                </a:solidFill>
              </a:endParaRPr>
            </a:p>
          </p:txBody>
        </p:sp>
        <p:sp>
          <p:nvSpPr>
            <p:cNvPr id="328" name="Google Shape;328;p22"/>
            <p:cNvSpPr txBox="1"/>
            <p:nvPr/>
          </p:nvSpPr>
          <p:spPr>
            <a:xfrm>
              <a:off x="820300" y="4252588"/>
              <a:ext cx="427500" cy="323100"/>
            </a:xfrm>
            <a:prstGeom prst="rect">
              <a:avLst/>
            </a:prstGeom>
            <a:noFill/>
            <a:ln>
              <a:noFill/>
            </a:ln>
          </p:spPr>
          <p:txBody>
            <a:bodyPr anchorCtr="0" anchor="t" bIns="97125" lIns="97125" spcFirstLastPara="1" rIns="97125" wrap="square" tIns="97125">
              <a:spAutoFit/>
            </a:bodyPr>
            <a:lstStyle/>
            <a:p>
              <a:pPr indent="0" lvl="0" marL="0" rtl="0" algn="l">
                <a:spcBef>
                  <a:spcPts val="0"/>
                </a:spcBef>
                <a:spcAft>
                  <a:spcPts val="0"/>
                </a:spcAft>
                <a:buNone/>
              </a:pPr>
              <a:r>
                <a:rPr lang="en" sz="956">
                  <a:solidFill>
                    <a:schemeClr val="dk2"/>
                  </a:solidFill>
                </a:rPr>
                <a:t>PE</a:t>
              </a:r>
              <a:r>
                <a:rPr lang="en" sz="637">
                  <a:solidFill>
                    <a:schemeClr val="dk2"/>
                  </a:solidFill>
                </a:rPr>
                <a:t>4</a:t>
              </a:r>
              <a:r>
                <a:rPr lang="en" sz="637">
                  <a:solidFill>
                    <a:schemeClr val="dk2"/>
                  </a:solidFill>
                </a:rPr>
                <a:t>1</a:t>
              </a:r>
              <a:endParaRPr sz="637">
                <a:solidFill>
                  <a:schemeClr val="dk2"/>
                </a:solidFill>
              </a:endParaRPr>
            </a:p>
          </p:txBody>
        </p:sp>
      </p:grpSp>
      <p:grpSp>
        <p:nvGrpSpPr>
          <p:cNvPr id="329" name="Google Shape;329;p22"/>
          <p:cNvGrpSpPr/>
          <p:nvPr/>
        </p:nvGrpSpPr>
        <p:grpSpPr>
          <a:xfrm>
            <a:off x="6133521" y="3158954"/>
            <a:ext cx="2321773" cy="1556646"/>
            <a:chOff x="808224" y="3150358"/>
            <a:chExt cx="2830132" cy="1897478"/>
          </a:xfrm>
        </p:grpSpPr>
        <p:grpSp>
          <p:nvGrpSpPr>
            <p:cNvPr id="330" name="Google Shape;330;p22"/>
            <p:cNvGrpSpPr/>
            <p:nvPr/>
          </p:nvGrpSpPr>
          <p:grpSpPr>
            <a:xfrm>
              <a:off x="808224" y="3150358"/>
              <a:ext cx="2830132" cy="1897478"/>
              <a:chOff x="1049550" y="3280075"/>
              <a:chExt cx="1780966" cy="1229654"/>
            </a:xfrm>
          </p:grpSpPr>
          <p:sp>
            <p:nvSpPr>
              <p:cNvPr id="331" name="Google Shape;331;p22"/>
              <p:cNvSpPr/>
              <p:nvPr/>
            </p:nvSpPr>
            <p:spPr>
              <a:xfrm>
                <a:off x="1049550" y="3280075"/>
                <a:ext cx="365100" cy="248700"/>
              </a:xfrm>
              <a:prstGeom prst="roundRect">
                <a:avLst>
                  <a:gd fmla="val 16667" name="adj"/>
                </a:avLst>
              </a:prstGeom>
              <a:solidFill>
                <a:srgbClr val="6AA84F"/>
              </a:solidFill>
              <a:ln cap="flat" cmpd="sng" w="28575">
                <a:solidFill>
                  <a:srgbClr val="0000FF"/>
                </a:solidFill>
                <a:prstDash val="solid"/>
                <a:round/>
                <a:headEnd len="sm" w="sm" type="none"/>
                <a:tailEnd len="sm" w="sm" type="none"/>
              </a:ln>
            </p:spPr>
            <p:txBody>
              <a:bodyPr anchorCtr="0" anchor="ctr" bIns="115750" lIns="115750" spcFirstLastPara="1" rIns="115750" wrap="square" tIns="115750">
                <a:noAutofit/>
              </a:bodyPr>
              <a:lstStyle/>
              <a:p>
                <a:pPr indent="0" lvl="0" marL="0" rtl="0" algn="ctr">
                  <a:spcBef>
                    <a:spcPts val="0"/>
                  </a:spcBef>
                  <a:spcAft>
                    <a:spcPts val="0"/>
                  </a:spcAft>
                  <a:buNone/>
                </a:pPr>
                <a:r>
                  <a:rPr lang="en" sz="900"/>
                  <a:t>c11</a:t>
                </a:r>
                <a:endParaRPr sz="900"/>
              </a:p>
            </p:txBody>
          </p:sp>
          <p:sp>
            <p:nvSpPr>
              <p:cNvPr id="332" name="Google Shape;332;p22"/>
              <p:cNvSpPr/>
              <p:nvPr/>
            </p:nvSpPr>
            <p:spPr>
              <a:xfrm>
                <a:off x="1515736" y="3280080"/>
                <a:ext cx="365100" cy="248700"/>
              </a:xfrm>
              <a:prstGeom prst="roundRect">
                <a:avLst>
                  <a:gd fmla="val 16667" name="adj"/>
                </a:avLst>
              </a:prstGeom>
              <a:solidFill>
                <a:srgbClr val="6AA84F"/>
              </a:solidFill>
              <a:ln cap="flat" cmpd="sng" w="24100">
                <a:solidFill>
                  <a:srgbClr val="0000FF"/>
                </a:solidFill>
                <a:prstDash val="solid"/>
                <a:round/>
                <a:headEnd len="sm" w="sm" type="none"/>
                <a:tailEnd len="sm" w="sm" type="none"/>
              </a:ln>
            </p:spPr>
            <p:txBody>
              <a:bodyPr anchorCtr="0" anchor="ctr" bIns="115750" lIns="115750" spcFirstLastPara="1" rIns="115750" wrap="square" tIns="115750">
                <a:noAutofit/>
              </a:bodyPr>
              <a:lstStyle/>
              <a:p>
                <a:pPr indent="0" lvl="0" marL="0" rtl="0" algn="ctr">
                  <a:spcBef>
                    <a:spcPts val="0"/>
                  </a:spcBef>
                  <a:spcAft>
                    <a:spcPts val="0"/>
                  </a:spcAft>
                  <a:buNone/>
                </a:pPr>
                <a:r>
                  <a:t/>
                </a:r>
                <a:endParaRPr sz="1772"/>
              </a:p>
            </p:txBody>
          </p:sp>
          <p:sp>
            <p:nvSpPr>
              <p:cNvPr id="333" name="Google Shape;333;p22"/>
              <p:cNvSpPr/>
              <p:nvPr/>
            </p:nvSpPr>
            <p:spPr>
              <a:xfrm>
                <a:off x="1994461" y="3284857"/>
                <a:ext cx="365100" cy="248700"/>
              </a:xfrm>
              <a:prstGeom prst="roundRect">
                <a:avLst>
                  <a:gd fmla="val 16667" name="adj"/>
                </a:avLst>
              </a:prstGeom>
              <a:solidFill>
                <a:srgbClr val="6AA84F"/>
              </a:solidFill>
              <a:ln cap="flat" cmpd="sng" w="24100">
                <a:solidFill>
                  <a:srgbClr val="0000FF"/>
                </a:solidFill>
                <a:prstDash val="solid"/>
                <a:round/>
                <a:headEnd len="sm" w="sm" type="none"/>
                <a:tailEnd len="sm" w="sm" type="none"/>
              </a:ln>
            </p:spPr>
            <p:txBody>
              <a:bodyPr anchorCtr="0" anchor="ctr" bIns="115750" lIns="115750" spcFirstLastPara="1" rIns="115750" wrap="square" tIns="115750">
                <a:noAutofit/>
              </a:bodyPr>
              <a:lstStyle/>
              <a:p>
                <a:pPr indent="0" lvl="0" marL="0" rtl="0" algn="ctr">
                  <a:spcBef>
                    <a:spcPts val="0"/>
                  </a:spcBef>
                  <a:spcAft>
                    <a:spcPts val="0"/>
                  </a:spcAft>
                  <a:buNone/>
                </a:pPr>
                <a:r>
                  <a:rPr lang="en" sz="900"/>
                  <a:t>c13</a:t>
                </a:r>
                <a:endParaRPr sz="900"/>
              </a:p>
            </p:txBody>
          </p:sp>
          <p:sp>
            <p:nvSpPr>
              <p:cNvPr id="334" name="Google Shape;334;p22"/>
              <p:cNvSpPr/>
              <p:nvPr/>
            </p:nvSpPr>
            <p:spPr>
              <a:xfrm>
                <a:off x="2465416" y="3281864"/>
                <a:ext cx="365100" cy="248700"/>
              </a:xfrm>
              <a:prstGeom prst="roundRect">
                <a:avLst>
                  <a:gd fmla="val 16667" name="adj"/>
                </a:avLst>
              </a:prstGeom>
              <a:solidFill>
                <a:srgbClr val="6AA84F"/>
              </a:solidFill>
              <a:ln cap="flat" cmpd="sng" w="24100">
                <a:solidFill>
                  <a:srgbClr val="0000FF"/>
                </a:solidFill>
                <a:prstDash val="solid"/>
                <a:round/>
                <a:headEnd len="sm" w="sm" type="none"/>
                <a:tailEnd len="sm" w="sm" type="none"/>
              </a:ln>
            </p:spPr>
            <p:txBody>
              <a:bodyPr anchorCtr="0" anchor="ctr" bIns="115750" lIns="115750" spcFirstLastPara="1" rIns="115750" wrap="square" tIns="115750">
                <a:noAutofit/>
              </a:bodyPr>
              <a:lstStyle/>
              <a:p>
                <a:pPr indent="0" lvl="0" marL="0" rtl="0" algn="ctr">
                  <a:spcBef>
                    <a:spcPts val="0"/>
                  </a:spcBef>
                  <a:spcAft>
                    <a:spcPts val="0"/>
                  </a:spcAft>
                  <a:buNone/>
                </a:pPr>
                <a:r>
                  <a:rPr lang="en" sz="900"/>
                  <a:t>c14</a:t>
                </a:r>
                <a:endParaRPr sz="900"/>
              </a:p>
            </p:txBody>
          </p:sp>
          <p:sp>
            <p:nvSpPr>
              <p:cNvPr id="335" name="Google Shape;335;p22"/>
              <p:cNvSpPr/>
              <p:nvPr/>
            </p:nvSpPr>
            <p:spPr>
              <a:xfrm>
                <a:off x="1049561" y="3611180"/>
                <a:ext cx="365100" cy="248700"/>
              </a:xfrm>
              <a:prstGeom prst="roundRect">
                <a:avLst>
                  <a:gd fmla="val 16667" name="adj"/>
                </a:avLst>
              </a:prstGeom>
              <a:solidFill>
                <a:srgbClr val="6AA84F"/>
              </a:solidFill>
              <a:ln cap="flat" cmpd="sng" w="24100">
                <a:solidFill>
                  <a:srgbClr val="0000FF"/>
                </a:solidFill>
                <a:prstDash val="solid"/>
                <a:round/>
                <a:headEnd len="sm" w="sm" type="none"/>
                <a:tailEnd len="sm" w="sm" type="none"/>
              </a:ln>
            </p:spPr>
            <p:txBody>
              <a:bodyPr anchorCtr="0" anchor="ctr" bIns="115750" lIns="115750" spcFirstLastPara="1" rIns="115750" wrap="square" tIns="115750">
                <a:noAutofit/>
              </a:bodyPr>
              <a:lstStyle/>
              <a:p>
                <a:pPr indent="0" lvl="0" marL="0" rtl="0" algn="ctr">
                  <a:spcBef>
                    <a:spcPts val="0"/>
                  </a:spcBef>
                  <a:spcAft>
                    <a:spcPts val="0"/>
                  </a:spcAft>
                  <a:buNone/>
                </a:pPr>
                <a:r>
                  <a:rPr lang="en" sz="900"/>
                  <a:t>c21</a:t>
                </a:r>
                <a:endParaRPr sz="900"/>
              </a:p>
            </p:txBody>
          </p:sp>
          <p:sp>
            <p:nvSpPr>
              <p:cNvPr id="336" name="Google Shape;336;p22"/>
              <p:cNvSpPr/>
              <p:nvPr/>
            </p:nvSpPr>
            <p:spPr>
              <a:xfrm>
                <a:off x="1519611" y="3616554"/>
                <a:ext cx="365100" cy="248700"/>
              </a:xfrm>
              <a:prstGeom prst="roundRect">
                <a:avLst>
                  <a:gd fmla="val 16667" name="adj"/>
                </a:avLst>
              </a:prstGeom>
              <a:solidFill>
                <a:srgbClr val="6AA84F"/>
              </a:solidFill>
              <a:ln cap="flat" cmpd="sng" w="24100">
                <a:solidFill>
                  <a:srgbClr val="0000FF"/>
                </a:solidFill>
                <a:prstDash val="solid"/>
                <a:round/>
                <a:headEnd len="sm" w="sm" type="none"/>
                <a:tailEnd len="sm" w="sm" type="none"/>
              </a:ln>
            </p:spPr>
            <p:txBody>
              <a:bodyPr anchorCtr="0" anchor="ctr" bIns="115750" lIns="115750" spcFirstLastPara="1" rIns="115750" wrap="square" tIns="115750">
                <a:noAutofit/>
              </a:bodyPr>
              <a:lstStyle/>
              <a:p>
                <a:pPr indent="0" lvl="0" marL="0" rtl="0" algn="ctr">
                  <a:spcBef>
                    <a:spcPts val="0"/>
                  </a:spcBef>
                  <a:spcAft>
                    <a:spcPts val="0"/>
                  </a:spcAft>
                  <a:buNone/>
                </a:pPr>
                <a:r>
                  <a:rPr lang="en" sz="900"/>
                  <a:t>c22</a:t>
                </a:r>
                <a:endParaRPr sz="900"/>
              </a:p>
            </p:txBody>
          </p:sp>
          <p:sp>
            <p:nvSpPr>
              <p:cNvPr id="337" name="Google Shape;337;p22"/>
              <p:cNvSpPr/>
              <p:nvPr/>
            </p:nvSpPr>
            <p:spPr>
              <a:xfrm>
                <a:off x="1990566" y="3613561"/>
                <a:ext cx="365100" cy="248700"/>
              </a:xfrm>
              <a:prstGeom prst="roundRect">
                <a:avLst>
                  <a:gd fmla="val 16667" name="adj"/>
                </a:avLst>
              </a:prstGeom>
              <a:solidFill>
                <a:srgbClr val="6AA84F"/>
              </a:solidFill>
              <a:ln cap="flat" cmpd="sng" w="24100">
                <a:solidFill>
                  <a:srgbClr val="0000FF"/>
                </a:solidFill>
                <a:prstDash val="solid"/>
                <a:round/>
                <a:headEnd len="sm" w="sm" type="none"/>
                <a:tailEnd len="sm" w="sm" type="none"/>
              </a:ln>
            </p:spPr>
            <p:txBody>
              <a:bodyPr anchorCtr="0" anchor="ctr" bIns="115750" lIns="115750" spcFirstLastPara="1" rIns="115750" wrap="square" tIns="115750">
                <a:noAutofit/>
              </a:bodyPr>
              <a:lstStyle/>
              <a:p>
                <a:pPr indent="0" lvl="0" marL="0" rtl="0" algn="ctr">
                  <a:spcBef>
                    <a:spcPts val="0"/>
                  </a:spcBef>
                  <a:spcAft>
                    <a:spcPts val="0"/>
                  </a:spcAft>
                  <a:buNone/>
                </a:pPr>
                <a:r>
                  <a:rPr lang="en" sz="900"/>
                  <a:t>c23</a:t>
                </a:r>
                <a:endParaRPr sz="900"/>
              </a:p>
            </p:txBody>
          </p:sp>
          <p:sp>
            <p:nvSpPr>
              <p:cNvPr id="338" name="Google Shape;338;p22"/>
              <p:cNvSpPr/>
              <p:nvPr/>
            </p:nvSpPr>
            <p:spPr>
              <a:xfrm>
                <a:off x="2461521" y="3610568"/>
                <a:ext cx="365100" cy="248700"/>
              </a:xfrm>
              <a:prstGeom prst="roundRect">
                <a:avLst>
                  <a:gd fmla="val 16667" name="adj"/>
                </a:avLst>
              </a:prstGeom>
              <a:solidFill>
                <a:srgbClr val="6AA84F"/>
              </a:solidFill>
              <a:ln cap="flat" cmpd="sng" w="24100">
                <a:solidFill>
                  <a:srgbClr val="0000FF"/>
                </a:solidFill>
                <a:prstDash val="solid"/>
                <a:round/>
                <a:headEnd len="sm" w="sm" type="none"/>
                <a:tailEnd len="sm" w="sm" type="none"/>
              </a:ln>
            </p:spPr>
            <p:txBody>
              <a:bodyPr anchorCtr="0" anchor="ctr" bIns="115750" lIns="115750" spcFirstLastPara="1" rIns="115750" wrap="square" tIns="115750">
                <a:noAutofit/>
              </a:bodyPr>
              <a:lstStyle/>
              <a:p>
                <a:pPr indent="0" lvl="0" marL="0" rtl="0" algn="ctr">
                  <a:spcBef>
                    <a:spcPts val="0"/>
                  </a:spcBef>
                  <a:spcAft>
                    <a:spcPts val="0"/>
                  </a:spcAft>
                  <a:buNone/>
                </a:pPr>
                <a:r>
                  <a:rPr lang="en" sz="900"/>
                  <a:t>c24</a:t>
                </a:r>
                <a:endParaRPr sz="900"/>
              </a:p>
            </p:txBody>
          </p:sp>
          <p:sp>
            <p:nvSpPr>
              <p:cNvPr id="339" name="Google Shape;339;p22"/>
              <p:cNvSpPr/>
              <p:nvPr/>
            </p:nvSpPr>
            <p:spPr>
              <a:xfrm>
                <a:off x="1049561" y="3942855"/>
                <a:ext cx="365100" cy="248700"/>
              </a:xfrm>
              <a:prstGeom prst="roundRect">
                <a:avLst>
                  <a:gd fmla="val 16667" name="adj"/>
                </a:avLst>
              </a:prstGeom>
              <a:solidFill>
                <a:srgbClr val="6AA84F"/>
              </a:solidFill>
              <a:ln cap="flat" cmpd="sng" w="24100">
                <a:solidFill>
                  <a:srgbClr val="0000FF"/>
                </a:solidFill>
                <a:prstDash val="solid"/>
                <a:round/>
                <a:headEnd len="sm" w="sm" type="none"/>
                <a:tailEnd len="sm" w="sm" type="none"/>
              </a:ln>
            </p:spPr>
            <p:txBody>
              <a:bodyPr anchorCtr="0" anchor="ctr" bIns="115750" lIns="115750" spcFirstLastPara="1" rIns="115750" wrap="square" tIns="115750">
                <a:noAutofit/>
              </a:bodyPr>
              <a:lstStyle/>
              <a:p>
                <a:pPr indent="0" lvl="0" marL="0" rtl="0" algn="ctr">
                  <a:spcBef>
                    <a:spcPts val="0"/>
                  </a:spcBef>
                  <a:spcAft>
                    <a:spcPts val="0"/>
                  </a:spcAft>
                  <a:buNone/>
                </a:pPr>
                <a:r>
                  <a:rPr lang="en" sz="900"/>
                  <a:t>c31</a:t>
                </a:r>
                <a:endParaRPr sz="900"/>
              </a:p>
            </p:txBody>
          </p:sp>
          <p:sp>
            <p:nvSpPr>
              <p:cNvPr id="340" name="Google Shape;340;p22"/>
              <p:cNvSpPr/>
              <p:nvPr/>
            </p:nvSpPr>
            <p:spPr>
              <a:xfrm>
                <a:off x="1519611" y="3948229"/>
                <a:ext cx="365100" cy="248700"/>
              </a:xfrm>
              <a:prstGeom prst="roundRect">
                <a:avLst>
                  <a:gd fmla="val 16667" name="adj"/>
                </a:avLst>
              </a:prstGeom>
              <a:solidFill>
                <a:srgbClr val="6AA84F"/>
              </a:solidFill>
              <a:ln cap="flat" cmpd="sng" w="24100">
                <a:solidFill>
                  <a:srgbClr val="0000FF"/>
                </a:solidFill>
                <a:prstDash val="solid"/>
                <a:round/>
                <a:headEnd len="sm" w="sm" type="none"/>
                <a:tailEnd len="sm" w="sm" type="none"/>
              </a:ln>
            </p:spPr>
            <p:txBody>
              <a:bodyPr anchorCtr="0" anchor="ctr" bIns="115750" lIns="115750" spcFirstLastPara="1" rIns="115750" wrap="square" tIns="115750">
                <a:noAutofit/>
              </a:bodyPr>
              <a:lstStyle/>
              <a:p>
                <a:pPr indent="0" lvl="0" marL="0" rtl="0" algn="ctr">
                  <a:spcBef>
                    <a:spcPts val="0"/>
                  </a:spcBef>
                  <a:spcAft>
                    <a:spcPts val="0"/>
                  </a:spcAft>
                  <a:buNone/>
                </a:pPr>
                <a:r>
                  <a:rPr lang="en" sz="900"/>
                  <a:t>c32</a:t>
                </a:r>
                <a:endParaRPr sz="900"/>
              </a:p>
            </p:txBody>
          </p:sp>
          <p:sp>
            <p:nvSpPr>
              <p:cNvPr id="341" name="Google Shape;341;p22"/>
              <p:cNvSpPr/>
              <p:nvPr/>
            </p:nvSpPr>
            <p:spPr>
              <a:xfrm>
                <a:off x="1990566" y="3945236"/>
                <a:ext cx="365100" cy="248700"/>
              </a:xfrm>
              <a:prstGeom prst="roundRect">
                <a:avLst>
                  <a:gd fmla="val 16667" name="adj"/>
                </a:avLst>
              </a:prstGeom>
              <a:solidFill>
                <a:srgbClr val="6AA84F"/>
              </a:solidFill>
              <a:ln cap="flat" cmpd="sng" w="24100">
                <a:solidFill>
                  <a:srgbClr val="0000FF"/>
                </a:solidFill>
                <a:prstDash val="solid"/>
                <a:round/>
                <a:headEnd len="sm" w="sm" type="none"/>
                <a:tailEnd len="sm" w="sm" type="none"/>
              </a:ln>
            </p:spPr>
            <p:txBody>
              <a:bodyPr anchorCtr="0" anchor="ctr" bIns="115750" lIns="115750" spcFirstLastPara="1" rIns="115750" wrap="square" tIns="115750">
                <a:noAutofit/>
              </a:bodyPr>
              <a:lstStyle/>
              <a:p>
                <a:pPr indent="0" lvl="0" marL="0" rtl="0" algn="ctr">
                  <a:spcBef>
                    <a:spcPts val="0"/>
                  </a:spcBef>
                  <a:spcAft>
                    <a:spcPts val="0"/>
                  </a:spcAft>
                  <a:buNone/>
                </a:pPr>
                <a:r>
                  <a:rPr lang="en" sz="900"/>
                  <a:t>c33</a:t>
                </a:r>
                <a:endParaRPr sz="900"/>
              </a:p>
            </p:txBody>
          </p:sp>
          <p:sp>
            <p:nvSpPr>
              <p:cNvPr id="342" name="Google Shape;342;p22"/>
              <p:cNvSpPr/>
              <p:nvPr/>
            </p:nvSpPr>
            <p:spPr>
              <a:xfrm>
                <a:off x="2461521" y="3942243"/>
                <a:ext cx="365100" cy="248700"/>
              </a:xfrm>
              <a:prstGeom prst="roundRect">
                <a:avLst>
                  <a:gd fmla="val 16667" name="adj"/>
                </a:avLst>
              </a:prstGeom>
              <a:solidFill>
                <a:srgbClr val="6AA84F"/>
              </a:solidFill>
              <a:ln cap="flat" cmpd="sng" w="24100">
                <a:solidFill>
                  <a:srgbClr val="0000FF"/>
                </a:solidFill>
                <a:prstDash val="solid"/>
                <a:round/>
                <a:headEnd len="sm" w="sm" type="none"/>
                <a:tailEnd len="sm" w="sm" type="none"/>
              </a:ln>
            </p:spPr>
            <p:txBody>
              <a:bodyPr anchorCtr="0" anchor="ctr" bIns="115750" lIns="115750" spcFirstLastPara="1" rIns="115750" wrap="square" tIns="115750">
                <a:noAutofit/>
              </a:bodyPr>
              <a:lstStyle/>
              <a:p>
                <a:pPr indent="0" lvl="0" marL="0" rtl="0" algn="ctr">
                  <a:spcBef>
                    <a:spcPts val="0"/>
                  </a:spcBef>
                  <a:spcAft>
                    <a:spcPts val="0"/>
                  </a:spcAft>
                  <a:buNone/>
                </a:pPr>
                <a:r>
                  <a:rPr lang="en" sz="900"/>
                  <a:t>c34</a:t>
                </a:r>
                <a:endParaRPr sz="900"/>
              </a:p>
            </p:txBody>
          </p:sp>
          <p:sp>
            <p:nvSpPr>
              <p:cNvPr id="343" name="Google Shape;343;p22"/>
              <p:cNvSpPr/>
              <p:nvPr/>
            </p:nvSpPr>
            <p:spPr>
              <a:xfrm>
                <a:off x="1049561" y="4255655"/>
                <a:ext cx="365100" cy="248700"/>
              </a:xfrm>
              <a:prstGeom prst="roundRect">
                <a:avLst>
                  <a:gd fmla="val 16667" name="adj"/>
                </a:avLst>
              </a:prstGeom>
              <a:solidFill>
                <a:srgbClr val="6AA84F"/>
              </a:solidFill>
              <a:ln cap="flat" cmpd="sng" w="24100">
                <a:solidFill>
                  <a:srgbClr val="0000FF"/>
                </a:solidFill>
                <a:prstDash val="solid"/>
                <a:round/>
                <a:headEnd len="sm" w="sm" type="none"/>
                <a:tailEnd len="sm" w="sm" type="none"/>
              </a:ln>
            </p:spPr>
            <p:txBody>
              <a:bodyPr anchorCtr="0" anchor="ctr" bIns="115750" lIns="115750" spcFirstLastPara="1" rIns="115750" wrap="square" tIns="115750">
                <a:noAutofit/>
              </a:bodyPr>
              <a:lstStyle/>
              <a:p>
                <a:pPr indent="0" lvl="0" marL="0" rtl="0" algn="ctr">
                  <a:spcBef>
                    <a:spcPts val="0"/>
                  </a:spcBef>
                  <a:spcAft>
                    <a:spcPts val="0"/>
                  </a:spcAft>
                  <a:buNone/>
                </a:pPr>
                <a:r>
                  <a:rPr lang="en" sz="900"/>
                  <a:t>c41</a:t>
                </a:r>
                <a:endParaRPr sz="900"/>
              </a:p>
            </p:txBody>
          </p:sp>
          <p:sp>
            <p:nvSpPr>
              <p:cNvPr id="344" name="Google Shape;344;p22"/>
              <p:cNvSpPr/>
              <p:nvPr/>
            </p:nvSpPr>
            <p:spPr>
              <a:xfrm>
                <a:off x="1519611" y="4261029"/>
                <a:ext cx="365100" cy="248700"/>
              </a:xfrm>
              <a:prstGeom prst="roundRect">
                <a:avLst>
                  <a:gd fmla="val 16667" name="adj"/>
                </a:avLst>
              </a:prstGeom>
              <a:solidFill>
                <a:srgbClr val="6AA84F"/>
              </a:solidFill>
              <a:ln cap="flat" cmpd="sng" w="24100">
                <a:solidFill>
                  <a:srgbClr val="0000FF"/>
                </a:solidFill>
                <a:prstDash val="solid"/>
                <a:round/>
                <a:headEnd len="sm" w="sm" type="none"/>
                <a:tailEnd len="sm" w="sm" type="none"/>
              </a:ln>
            </p:spPr>
            <p:txBody>
              <a:bodyPr anchorCtr="0" anchor="ctr" bIns="115750" lIns="115750" spcFirstLastPara="1" rIns="115750" wrap="square" tIns="115750">
                <a:noAutofit/>
              </a:bodyPr>
              <a:lstStyle/>
              <a:p>
                <a:pPr indent="0" lvl="0" marL="0" rtl="0" algn="ctr">
                  <a:spcBef>
                    <a:spcPts val="0"/>
                  </a:spcBef>
                  <a:spcAft>
                    <a:spcPts val="0"/>
                  </a:spcAft>
                  <a:buNone/>
                </a:pPr>
                <a:r>
                  <a:rPr lang="en" sz="900"/>
                  <a:t>c42</a:t>
                </a:r>
                <a:endParaRPr sz="900"/>
              </a:p>
            </p:txBody>
          </p:sp>
          <p:sp>
            <p:nvSpPr>
              <p:cNvPr id="345" name="Google Shape;345;p22"/>
              <p:cNvSpPr/>
              <p:nvPr/>
            </p:nvSpPr>
            <p:spPr>
              <a:xfrm>
                <a:off x="1990566" y="4258036"/>
                <a:ext cx="365100" cy="248700"/>
              </a:xfrm>
              <a:prstGeom prst="roundRect">
                <a:avLst>
                  <a:gd fmla="val 16667" name="adj"/>
                </a:avLst>
              </a:prstGeom>
              <a:solidFill>
                <a:srgbClr val="6AA84F"/>
              </a:solidFill>
              <a:ln cap="flat" cmpd="sng" w="24100">
                <a:solidFill>
                  <a:srgbClr val="0000FF"/>
                </a:solidFill>
                <a:prstDash val="solid"/>
                <a:round/>
                <a:headEnd len="sm" w="sm" type="none"/>
                <a:tailEnd len="sm" w="sm" type="none"/>
              </a:ln>
            </p:spPr>
            <p:txBody>
              <a:bodyPr anchorCtr="0" anchor="ctr" bIns="115750" lIns="115750" spcFirstLastPara="1" rIns="115750" wrap="square" tIns="115750">
                <a:noAutofit/>
              </a:bodyPr>
              <a:lstStyle/>
              <a:p>
                <a:pPr indent="0" lvl="0" marL="0" rtl="0" algn="ctr">
                  <a:spcBef>
                    <a:spcPts val="0"/>
                  </a:spcBef>
                  <a:spcAft>
                    <a:spcPts val="0"/>
                  </a:spcAft>
                  <a:buNone/>
                </a:pPr>
                <a:r>
                  <a:rPr lang="en" sz="900"/>
                  <a:t>c43</a:t>
                </a:r>
                <a:endParaRPr sz="900"/>
              </a:p>
            </p:txBody>
          </p:sp>
          <p:sp>
            <p:nvSpPr>
              <p:cNvPr id="346" name="Google Shape;346;p22"/>
              <p:cNvSpPr/>
              <p:nvPr/>
            </p:nvSpPr>
            <p:spPr>
              <a:xfrm>
                <a:off x="2461521" y="4255043"/>
                <a:ext cx="365100" cy="248700"/>
              </a:xfrm>
              <a:prstGeom prst="roundRect">
                <a:avLst>
                  <a:gd fmla="val 16667" name="adj"/>
                </a:avLst>
              </a:prstGeom>
              <a:solidFill>
                <a:srgbClr val="6AA84F"/>
              </a:solidFill>
              <a:ln cap="flat" cmpd="sng" w="24100">
                <a:solidFill>
                  <a:srgbClr val="0000FF"/>
                </a:solidFill>
                <a:prstDash val="solid"/>
                <a:round/>
                <a:headEnd len="sm" w="sm" type="none"/>
                <a:tailEnd len="sm" w="sm" type="none"/>
              </a:ln>
            </p:spPr>
            <p:txBody>
              <a:bodyPr anchorCtr="0" anchor="ctr" bIns="115750" lIns="115750" spcFirstLastPara="1" rIns="115750" wrap="square" tIns="115750">
                <a:noAutofit/>
              </a:bodyPr>
              <a:lstStyle/>
              <a:p>
                <a:pPr indent="0" lvl="0" marL="0" rtl="0" algn="ctr">
                  <a:spcBef>
                    <a:spcPts val="0"/>
                  </a:spcBef>
                  <a:spcAft>
                    <a:spcPts val="0"/>
                  </a:spcAft>
                  <a:buNone/>
                </a:pPr>
                <a:r>
                  <a:rPr lang="en" sz="900"/>
                  <a:t>c44</a:t>
                </a:r>
                <a:endParaRPr sz="900"/>
              </a:p>
            </p:txBody>
          </p:sp>
        </p:grpSp>
        <p:cxnSp>
          <p:nvCxnSpPr>
            <p:cNvPr id="347" name="Google Shape;347;p22"/>
            <p:cNvCxnSpPr/>
            <p:nvPr/>
          </p:nvCxnSpPr>
          <p:spPr>
            <a:xfrm flipH="1" rot="10800000">
              <a:off x="1396499" y="3359514"/>
              <a:ext cx="140100" cy="7800"/>
            </a:xfrm>
            <a:prstGeom prst="straightConnector1">
              <a:avLst/>
            </a:prstGeom>
            <a:noFill/>
            <a:ln cap="flat" cmpd="sng" w="7775">
              <a:solidFill>
                <a:schemeClr val="dk1"/>
              </a:solidFill>
              <a:prstDash val="solid"/>
              <a:round/>
              <a:headEnd len="med" w="med" type="none"/>
              <a:tailEnd len="med" w="med" type="triangle"/>
            </a:ln>
          </p:spPr>
        </p:cxnSp>
        <p:cxnSp>
          <p:nvCxnSpPr>
            <p:cNvPr id="348" name="Google Shape;348;p22"/>
            <p:cNvCxnSpPr/>
            <p:nvPr/>
          </p:nvCxnSpPr>
          <p:spPr>
            <a:xfrm>
              <a:off x="1073175" y="3541239"/>
              <a:ext cx="0" cy="163200"/>
            </a:xfrm>
            <a:prstGeom prst="straightConnector1">
              <a:avLst/>
            </a:prstGeom>
            <a:noFill/>
            <a:ln cap="flat" cmpd="sng" w="7775">
              <a:solidFill>
                <a:schemeClr val="dk1"/>
              </a:solidFill>
              <a:prstDash val="solid"/>
              <a:round/>
              <a:headEnd len="med" w="med" type="none"/>
              <a:tailEnd len="med" w="med" type="triangle"/>
            </a:ln>
          </p:spPr>
        </p:cxnSp>
        <p:cxnSp>
          <p:nvCxnSpPr>
            <p:cNvPr id="349" name="Google Shape;349;p22"/>
            <p:cNvCxnSpPr/>
            <p:nvPr/>
          </p:nvCxnSpPr>
          <p:spPr>
            <a:xfrm>
              <a:off x="1816067" y="3538247"/>
              <a:ext cx="0" cy="163200"/>
            </a:xfrm>
            <a:prstGeom prst="straightConnector1">
              <a:avLst/>
            </a:prstGeom>
            <a:noFill/>
            <a:ln cap="flat" cmpd="sng" w="7775">
              <a:solidFill>
                <a:schemeClr val="dk1"/>
              </a:solidFill>
              <a:prstDash val="solid"/>
              <a:round/>
              <a:headEnd len="med" w="med" type="none"/>
              <a:tailEnd len="med" w="med" type="triangle"/>
            </a:ln>
          </p:spPr>
        </p:cxnSp>
        <p:cxnSp>
          <p:nvCxnSpPr>
            <p:cNvPr id="350" name="Google Shape;350;p22"/>
            <p:cNvCxnSpPr/>
            <p:nvPr/>
          </p:nvCxnSpPr>
          <p:spPr>
            <a:xfrm>
              <a:off x="2574499" y="3527484"/>
              <a:ext cx="0" cy="163200"/>
            </a:xfrm>
            <a:prstGeom prst="straightConnector1">
              <a:avLst/>
            </a:prstGeom>
            <a:noFill/>
            <a:ln cap="flat" cmpd="sng" w="7775">
              <a:solidFill>
                <a:schemeClr val="dk1"/>
              </a:solidFill>
              <a:prstDash val="solid"/>
              <a:round/>
              <a:headEnd len="med" w="med" type="none"/>
              <a:tailEnd len="med" w="med" type="triangle"/>
            </a:ln>
          </p:spPr>
        </p:cxnSp>
        <p:cxnSp>
          <p:nvCxnSpPr>
            <p:cNvPr id="351" name="Google Shape;351;p22"/>
            <p:cNvCxnSpPr/>
            <p:nvPr/>
          </p:nvCxnSpPr>
          <p:spPr>
            <a:xfrm>
              <a:off x="3301852" y="3532261"/>
              <a:ext cx="0" cy="163200"/>
            </a:xfrm>
            <a:prstGeom prst="straightConnector1">
              <a:avLst/>
            </a:prstGeom>
            <a:noFill/>
            <a:ln cap="flat" cmpd="sng" w="7775">
              <a:solidFill>
                <a:schemeClr val="dk1"/>
              </a:solidFill>
              <a:prstDash val="solid"/>
              <a:round/>
              <a:headEnd len="med" w="med" type="none"/>
              <a:tailEnd len="med" w="med" type="triangle"/>
            </a:ln>
          </p:spPr>
        </p:cxnSp>
        <p:cxnSp>
          <p:nvCxnSpPr>
            <p:cNvPr id="352" name="Google Shape;352;p22"/>
            <p:cNvCxnSpPr/>
            <p:nvPr/>
          </p:nvCxnSpPr>
          <p:spPr>
            <a:xfrm flipH="1" rot="10800000">
              <a:off x="2913363" y="3353528"/>
              <a:ext cx="140100" cy="7800"/>
            </a:xfrm>
            <a:prstGeom prst="straightConnector1">
              <a:avLst/>
            </a:prstGeom>
            <a:noFill/>
            <a:ln cap="flat" cmpd="sng" w="7775">
              <a:solidFill>
                <a:schemeClr val="dk1"/>
              </a:solidFill>
              <a:prstDash val="solid"/>
              <a:round/>
              <a:headEnd len="med" w="med" type="none"/>
              <a:tailEnd len="med" w="med" type="triangle"/>
            </a:ln>
          </p:spPr>
        </p:cxnSp>
        <p:cxnSp>
          <p:nvCxnSpPr>
            <p:cNvPr id="353" name="Google Shape;353;p22"/>
            <p:cNvCxnSpPr/>
            <p:nvPr/>
          </p:nvCxnSpPr>
          <p:spPr>
            <a:xfrm>
              <a:off x="1077952" y="4035503"/>
              <a:ext cx="0" cy="163200"/>
            </a:xfrm>
            <a:prstGeom prst="straightConnector1">
              <a:avLst/>
            </a:prstGeom>
            <a:noFill/>
            <a:ln cap="flat" cmpd="sng" w="7775">
              <a:solidFill>
                <a:schemeClr val="dk1"/>
              </a:solidFill>
              <a:prstDash val="solid"/>
              <a:round/>
              <a:headEnd len="med" w="med" type="none"/>
              <a:tailEnd len="med" w="med" type="triangle"/>
            </a:ln>
          </p:spPr>
        </p:cxnSp>
        <p:cxnSp>
          <p:nvCxnSpPr>
            <p:cNvPr id="354" name="Google Shape;354;p22"/>
            <p:cNvCxnSpPr/>
            <p:nvPr/>
          </p:nvCxnSpPr>
          <p:spPr>
            <a:xfrm>
              <a:off x="1820844" y="4032511"/>
              <a:ext cx="0" cy="163200"/>
            </a:xfrm>
            <a:prstGeom prst="straightConnector1">
              <a:avLst/>
            </a:prstGeom>
            <a:noFill/>
            <a:ln cap="flat" cmpd="sng" w="7775">
              <a:solidFill>
                <a:schemeClr val="dk1"/>
              </a:solidFill>
              <a:prstDash val="solid"/>
              <a:round/>
              <a:headEnd len="med" w="med" type="none"/>
              <a:tailEnd len="med" w="med" type="triangle"/>
            </a:ln>
          </p:spPr>
        </p:cxnSp>
        <p:cxnSp>
          <p:nvCxnSpPr>
            <p:cNvPr id="355" name="Google Shape;355;p22"/>
            <p:cNvCxnSpPr/>
            <p:nvPr/>
          </p:nvCxnSpPr>
          <p:spPr>
            <a:xfrm>
              <a:off x="2579276" y="4021748"/>
              <a:ext cx="0" cy="163200"/>
            </a:xfrm>
            <a:prstGeom prst="straightConnector1">
              <a:avLst/>
            </a:prstGeom>
            <a:noFill/>
            <a:ln cap="flat" cmpd="sng" w="7775">
              <a:solidFill>
                <a:schemeClr val="dk1"/>
              </a:solidFill>
              <a:prstDash val="solid"/>
              <a:round/>
              <a:headEnd len="med" w="med" type="none"/>
              <a:tailEnd len="med" w="med" type="triangle"/>
            </a:ln>
          </p:spPr>
        </p:cxnSp>
        <p:cxnSp>
          <p:nvCxnSpPr>
            <p:cNvPr id="356" name="Google Shape;356;p22"/>
            <p:cNvCxnSpPr/>
            <p:nvPr/>
          </p:nvCxnSpPr>
          <p:spPr>
            <a:xfrm>
              <a:off x="3306629" y="4026525"/>
              <a:ext cx="0" cy="163200"/>
            </a:xfrm>
            <a:prstGeom prst="straightConnector1">
              <a:avLst/>
            </a:prstGeom>
            <a:noFill/>
            <a:ln cap="flat" cmpd="sng" w="7775">
              <a:solidFill>
                <a:schemeClr val="dk1"/>
              </a:solidFill>
              <a:prstDash val="solid"/>
              <a:round/>
              <a:headEnd len="med" w="med" type="none"/>
              <a:tailEnd len="med" w="med" type="triangle"/>
            </a:ln>
          </p:spPr>
        </p:cxnSp>
        <p:cxnSp>
          <p:nvCxnSpPr>
            <p:cNvPr id="357" name="Google Shape;357;p22"/>
            <p:cNvCxnSpPr/>
            <p:nvPr/>
          </p:nvCxnSpPr>
          <p:spPr>
            <a:xfrm>
              <a:off x="1082729" y="4553076"/>
              <a:ext cx="0" cy="163200"/>
            </a:xfrm>
            <a:prstGeom prst="straightConnector1">
              <a:avLst/>
            </a:prstGeom>
            <a:noFill/>
            <a:ln cap="flat" cmpd="sng" w="7775">
              <a:solidFill>
                <a:schemeClr val="dk1"/>
              </a:solidFill>
              <a:prstDash val="solid"/>
              <a:round/>
              <a:headEnd len="med" w="med" type="none"/>
              <a:tailEnd len="med" w="med" type="triangle"/>
            </a:ln>
          </p:spPr>
        </p:cxnSp>
        <p:cxnSp>
          <p:nvCxnSpPr>
            <p:cNvPr id="358" name="Google Shape;358;p22"/>
            <p:cNvCxnSpPr/>
            <p:nvPr/>
          </p:nvCxnSpPr>
          <p:spPr>
            <a:xfrm>
              <a:off x="1825621" y="4550084"/>
              <a:ext cx="0" cy="163200"/>
            </a:xfrm>
            <a:prstGeom prst="straightConnector1">
              <a:avLst/>
            </a:prstGeom>
            <a:noFill/>
            <a:ln cap="flat" cmpd="sng" w="7775">
              <a:solidFill>
                <a:schemeClr val="dk1"/>
              </a:solidFill>
              <a:prstDash val="solid"/>
              <a:round/>
              <a:headEnd len="med" w="med" type="none"/>
              <a:tailEnd len="med" w="med" type="triangle"/>
            </a:ln>
          </p:spPr>
        </p:cxnSp>
        <p:cxnSp>
          <p:nvCxnSpPr>
            <p:cNvPr id="359" name="Google Shape;359;p22"/>
            <p:cNvCxnSpPr/>
            <p:nvPr/>
          </p:nvCxnSpPr>
          <p:spPr>
            <a:xfrm>
              <a:off x="2584053" y="4539321"/>
              <a:ext cx="0" cy="163200"/>
            </a:xfrm>
            <a:prstGeom prst="straightConnector1">
              <a:avLst/>
            </a:prstGeom>
            <a:noFill/>
            <a:ln cap="flat" cmpd="sng" w="7775">
              <a:solidFill>
                <a:schemeClr val="dk1"/>
              </a:solidFill>
              <a:prstDash val="solid"/>
              <a:round/>
              <a:headEnd len="med" w="med" type="none"/>
              <a:tailEnd len="med" w="med" type="triangle"/>
            </a:ln>
          </p:spPr>
        </p:cxnSp>
        <p:cxnSp>
          <p:nvCxnSpPr>
            <p:cNvPr id="360" name="Google Shape;360;p22"/>
            <p:cNvCxnSpPr/>
            <p:nvPr/>
          </p:nvCxnSpPr>
          <p:spPr>
            <a:xfrm>
              <a:off x="3311406" y="4544098"/>
              <a:ext cx="0" cy="163200"/>
            </a:xfrm>
            <a:prstGeom prst="straightConnector1">
              <a:avLst/>
            </a:prstGeom>
            <a:noFill/>
            <a:ln cap="flat" cmpd="sng" w="7775">
              <a:solidFill>
                <a:schemeClr val="dk1"/>
              </a:solidFill>
              <a:prstDash val="solid"/>
              <a:round/>
              <a:headEnd len="med" w="med" type="none"/>
              <a:tailEnd len="med" w="med" type="triangle"/>
            </a:ln>
          </p:spPr>
        </p:cxnSp>
        <p:cxnSp>
          <p:nvCxnSpPr>
            <p:cNvPr id="361" name="Google Shape;361;p22"/>
            <p:cNvCxnSpPr/>
            <p:nvPr/>
          </p:nvCxnSpPr>
          <p:spPr>
            <a:xfrm flipH="1" rot="10800000">
              <a:off x="2131622" y="3364291"/>
              <a:ext cx="140100" cy="7800"/>
            </a:xfrm>
            <a:prstGeom prst="straightConnector1">
              <a:avLst/>
            </a:prstGeom>
            <a:noFill/>
            <a:ln cap="flat" cmpd="sng" w="7775">
              <a:solidFill>
                <a:schemeClr val="dk1"/>
              </a:solidFill>
              <a:prstDash val="solid"/>
              <a:round/>
              <a:headEnd len="med" w="med" type="none"/>
              <a:tailEnd len="med" w="med" type="triangle"/>
            </a:ln>
          </p:spPr>
        </p:cxnSp>
        <p:cxnSp>
          <p:nvCxnSpPr>
            <p:cNvPr id="362" name="Google Shape;362;p22"/>
            <p:cNvCxnSpPr/>
            <p:nvPr/>
          </p:nvCxnSpPr>
          <p:spPr>
            <a:xfrm flipH="1" rot="10800000">
              <a:off x="1409046" y="3884856"/>
              <a:ext cx="140100" cy="7800"/>
            </a:xfrm>
            <a:prstGeom prst="straightConnector1">
              <a:avLst/>
            </a:prstGeom>
            <a:noFill/>
            <a:ln cap="flat" cmpd="sng" w="7775">
              <a:solidFill>
                <a:schemeClr val="dk1"/>
              </a:solidFill>
              <a:prstDash val="solid"/>
              <a:round/>
              <a:headEnd len="med" w="med" type="none"/>
              <a:tailEnd len="med" w="med" type="triangle"/>
            </a:ln>
          </p:spPr>
        </p:cxnSp>
        <p:cxnSp>
          <p:nvCxnSpPr>
            <p:cNvPr id="363" name="Google Shape;363;p22"/>
            <p:cNvCxnSpPr/>
            <p:nvPr/>
          </p:nvCxnSpPr>
          <p:spPr>
            <a:xfrm flipH="1" rot="10800000">
              <a:off x="2902601" y="3886640"/>
              <a:ext cx="140100" cy="7800"/>
            </a:xfrm>
            <a:prstGeom prst="straightConnector1">
              <a:avLst/>
            </a:prstGeom>
            <a:noFill/>
            <a:ln cap="flat" cmpd="sng" w="7775">
              <a:solidFill>
                <a:schemeClr val="dk1"/>
              </a:solidFill>
              <a:prstDash val="solid"/>
              <a:round/>
              <a:headEnd len="med" w="med" type="none"/>
              <a:tailEnd len="med" w="med" type="triangle"/>
            </a:ln>
          </p:spPr>
        </p:cxnSp>
        <p:cxnSp>
          <p:nvCxnSpPr>
            <p:cNvPr id="364" name="Google Shape;364;p22"/>
            <p:cNvCxnSpPr/>
            <p:nvPr/>
          </p:nvCxnSpPr>
          <p:spPr>
            <a:xfrm flipH="1" rot="10800000">
              <a:off x="2159708" y="3881864"/>
              <a:ext cx="140100" cy="7800"/>
            </a:xfrm>
            <a:prstGeom prst="straightConnector1">
              <a:avLst/>
            </a:prstGeom>
            <a:noFill/>
            <a:ln cap="flat" cmpd="sng" w="7775">
              <a:solidFill>
                <a:schemeClr val="dk1"/>
              </a:solidFill>
              <a:prstDash val="solid"/>
              <a:round/>
              <a:headEnd len="med" w="med" type="none"/>
              <a:tailEnd len="med" w="med" type="triangle"/>
            </a:ln>
          </p:spPr>
        </p:cxnSp>
        <p:cxnSp>
          <p:nvCxnSpPr>
            <p:cNvPr id="365" name="Google Shape;365;p22"/>
            <p:cNvCxnSpPr/>
            <p:nvPr/>
          </p:nvCxnSpPr>
          <p:spPr>
            <a:xfrm flipH="1" rot="10800000">
              <a:off x="1413823" y="4410199"/>
              <a:ext cx="140100" cy="7800"/>
            </a:xfrm>
            <a:prstGeom prst="straightConnector1">
              <a:avLst/>
            </a:prstGeom>
            <a:noFill/>
            <a:ln cap="flat" cmpd="sng" w="7775">
              <a:solidFill>
                <a:schemeClr val="dk1"/>
              </a:solidFill>
              <a:prstDash val="solid"/>
              <a:round/>
              <a:headEnd len="med" w="med" type="none"/>
              <a:tailEnd len="med" w="med" type="triangle"/>
            </a:ln>
          </p:spPr>
        </p:cxnSp>
        <p:cxnSp>
          <p:nvCxnSpPr>
            <p:cNvPr id="366" name="Google Shape;366;p22"/>
            <p:cNvCxnSpPr/>
            <p:nvPr/>
          </p:nvCxnSpPr>
          <p:spPr>
            <a:xfrm flipH="1" rot="10800000">
              <a:off x="2907377" y="4411983"/>
              <a:ext cx="140100" cy="7800"/>
            </a:xfrm>
            <a:prstGeom prst="straightConnector1">
              <a:avLst/>
            </a:prstGeom>
            <a:noFill/>
            <a:ln cap="flat" cmpd="sng" w="7775">
              <a:solidFill>
                <a:schemeClr val="dk1"/>
              </a:solidFill>
              <a:prstDash val="solid"/>
              <a:round/>
              <a:headEnd len="med" w="med" type="none"/>
              <a:tailEnd len="med" w="med" type="triangle"/>
            </a:ln>
          </p:spPr>
        </p:cxnSp>
        <p:cxnSp>
          <p:nvCxnSpPr>
            <p:cNvPr id="367" name="Google Shape;367;p22"/>
            <p:cNvCxnSpPr/>
            <p:nvPr/>
          </p:nvCxnSpPr>
          <p:spPr>
            <a:xfrm flipH="1" rot="10800000">
              <a:off x="2164485" y="4407206"/>
              <a:ext cx="140100" cy="7800"/>
            </a:xfrm>
            <a:prstGeom prst="straightConnector1">
              <a:avLst/>
            </a:prstGeom>
            <a:noFill/>
            <a:ln cap="flat" cmpd="sng" w="7775">
              <a:solidFill>
                <a:schemeClr val="dk1"/>
              </a:solidFill>
              <a:prstDash val="solid"/>
              <a:round/>
              <a:headEnd len="med" w="med" type="none"/>
              <a:tailEnd len="med" w="med" type="triangle"/>
            </a:ln>
          </p:spPr>
        </p:cxnSp>
        <p:cxnSp>
          <p:nvCxnSpPr>
            <p:cNvPr id="368" name="Google Shape;368;p22"/>
            <p:cNvCxnSpPr/>
            <p:nvPr/>
          </p:nvCxnSpPr>
          <p:spPr>
            <a:xfrm flipH="1" rot="10800000">
              <a:off x="1418600" y="4865615"/>
              <a:ext cx="140100" cy="7800"/>
            </a:xfrm>
            <a:prstGeom prst="straightConnector1">
              <a:avLst/>
            </a:prstGeom>
            <a:noFill/>
            <a:ln cap="flat" cmpd="sng" w="7775">
              <a:solidFill>
                <a:schemeClr val="dk1"/>
              </a:solidFill>
              <a:prstDash val="solid"/>
              <a:round/>
              <a:headEnd len="med" w="med" type="none"/>
              <a:tailEnd len="med" w="med" type="triangle"/>
            </a:ln>
          </p:spPr>
        </p:cxnSp>
        <p:cxnSp>
          <p:nvCxnSpPr>
            <p:cNvPr id="369" name="Google Shape;369;p22"/>
            <p:cNvCxnSpPr/>
            <p:nvPr/>
          </p:nvCxnSpPr>
          <p:spPr>
            <a:xfrm flipH="1" rot="10800000">
              <a:off x="2912154" y="4867399"/>
              <a:ext cx="140100" cy="7800"/>
            </a:xfrm>
            <a:prstGeom prst="straightConnector1">
              <a:avLst/>
            </a:prstGeom>
            <a:noFill/>
            <a:ln cap="flat" cmpd="sng" w="7775">
              <a:solidFill>
                <a:schemeClr val="dk1"/>
              </a:solidFill>
              <a:prstDash val="solid"/>
              <a:round/>
              <a:headEnd len="med" w="med" type="none"/>
              <a:tailEnd len="med" w="med" type="triangle"/>
            </a:ln>
          </p:spPr>
        </p:cxnSp>
        <p:cxnSp>
          <p:nvCxnSpPr>
            <p:cNvPr id="370" name="Google Shape;370;p22"/>
            <p:cNvCxnSpPr/>
            <p:nvPr/>
          </p:nvCxnSpPr>
          <p:spPr>
            <a:xfrm flipH="1" rot="10800000">
              <a:off x="2169262" y="4862622"/>
              <a:ext cx="140100" cy="7800"/>
            </a:xfrm>
            <a:prstGeom prst="straightConnector1">
              <a:avLst/>
            </a:prstGeom>
            <a:noFill/>
            <a:ln cap="flat" cmpd="sng" w="7775">
              <a:solidFill>
                <a:schemeClr val="dk1"/>
              </a:solidFill>
              <a:prstDash val="solid"/>
              <a:round/>
              <a:headEnd len="med" w="med" type="none"/>
              <a:tailEnd len="med" w="med" type="triangle"/>
            </a:ln>
          </p:spPr>
        </p:cxnSp>
      </p:grpSp>
      <p:sp>
        <p:nvSpPr>
          <p:cNvPr id="371" name="Google Shape;371;p22"/>
          <p:cNvSpPr txBox="1"/>
          <p:nvPr/>
        </p:nvSpPr>
        <p:spPr>
          <a:xfrm>
            <a:off x="6729449" y="3121525"/>
            <a:ext cx="470100" cy="355500"/>
          </a:xfrm>
          <a:prstGeom prst="rect">
            <a:avLst/>
          </a:prstGeom>
          <a:noFill/>
          <a:ln>
            <a:noFill/>
          </a:ln>
        </p:spPr>
        <p:txBody>
          <a:bodyPr anchorCtr="0" anchor="t" bIns="100550" lIns="100550" spcFirstLastPara="1" rIns="100550" wrap="square" tIns="100550">
            <a:spAutoFit/>
          </a:bodyPr>
          <a:lstStyle/>
          <a:p>
            <a:pPr indent="0" lvl="0" marL="0" rtl="0" algn="l">
              <a:spcBef>
                <a:spcPts val="0"/>
              </a:spcBef>
              <a:spcAft>
                <a:spcPts val="0"/>
              </a:spcAft>
              <a:buNone/>
            </a:pPr>
            <a:r>
              <a:rPr lang="en" sz="990">
                <a:solidFill>
                  <a:schemeClr val="dk1"/>
                </a:solidFill>
              </a:rPr>
              <a:t>c12</a:t>
            </a:r>
            <a:endParaRPr sz="660">
              <a:solidFill>
                <a:schemeClr val="dk1"/>
              </a:solidFill>
            </a:endParaRPr>
          </a:p>
        </p:txBody>
      </p:sp>
      <p:sp>
        <p:nvSpPr>
          <p:cNvPr id="372" name="Google Shape;372;p22"/>
          <p:cNvSpPr/>
          <p:nvPr/>
        </p:nvSpPr>
        <p:spPr>
          <a:xfrm>
            <a:off x="5896282" y="1844010"/>
            <a:ext cx="210000" cy="202500"/>
          </a:xfrm>
          <a:prstGeom prst="rightArrow">
            <a:avLst>
              <a:gd fmla="val 50000" name="adj1"/>
              <a:gd fmla="val 50000" name="adj2"/>
            </a:avLst>
          </a:prstGeom>
          <a:solidFill>
            <a:schemeClr val="lt2"/>
          </a:solidFill>
          <a:ln cap="flat" cmpd="sng" w="9200">
            <a:solidFill>
              <a:schemeClr val="dk2"/>
            </a:solidFill>
            <a:prstDash val="solid"/>
            <a:round/>
            <a:headEnd len="sm" w="sm" type="none"/>
            <a:tailEnd len="sm" w="sm" type="none"/>
          </a:ln>
        </p:spPr>
        <p:txBody>
          <a:bodyPr anchorCtr="0" anchor="ctr" bIns="88275" lIns="88275" spcFirstLastPara="1" rIns="88275" wrap="square" tIns="88275">
            <a:noAutofit/>
          </a:bodyPr>
          <a:lstStyle/>
          <a:p>
            <a:pPr indent="0" lvl="0" marL="0" rtl="0" algn="ctr">
              <a:spcBef>
                <a:spcPts val="0"/>
              </a:spcBef>
              <a:spcAft>
                <a:spcPts val="0"/>
              </a:spcAft>
              <a:buNone/>
            </a:pPr>
            <a:r>
              <a:t/>
            </a:r>
            <a:endParaRPr sz="1352"/>
          </a:p>
        </p:txBody>
      </p:sp>
      <p:sp>
        <p:nvSpPr>
          <p:cNvPr id="373" name="Google Shape;373;p22"/>
          <p:cNvSpPr/>
          <p:nvPr/>
        </p:nvSpPr>
        <p:spPr>
          <a:xfrm>
            <a:off x="8457344" y="1858087"/>
            <a:ext cx="210000" cy="202500"/>
          </a:xfrm>
          <a:prstGeom prst="rightArrow">
            <a:avLst>
              <a:gd fmla="val 50000" name="adj1"/>
              <a:gd fmla="val 50000" name="adj2"/>
            </a:avLst>
          </a:prstGeom>
          <a:solidFill>
            <a:schemeClr val="lt2"/>
          </a:solidFill>
          <a:ln cap="flat" cmpd="sng" w="9200">
            <a:solidFill>
              <a:schemeClr val="dk2"/>
            </a:solidFill>
            <a:prstDash val="solid"/>
            <a:round/>
            <a:headEnd len="sm" w="sm" type="none"/>
            <a:tailEnd len="sm" w="sm" type="none"/>
          </a:ln>
        </p:spPr>
        <p:txBody>
          <a:bodyPr anchorCtr="0" anchor="ctr" bIns="88275" lIns="88275" spcFirstLastPara="1" rIns="88275" wrap="square" tIns="88275">
            <a:noAutofit/>
          </a:bodyPr>
          <a:lstStyle/>
          <a:p>
            <a:pPr indent="0" lvl="0" marL="0" rtl="0" algn="ctr">
              <a:spcBef>
                <a:spcPts val="0"/>
              </a:spcBef>
              <a:spcAft>
                <a:spcPts val="0"/>
              </a:spcAft>
              <a:buNone/>
            </a:pPr>
            <a:r>
              <a:t/>
            </a:r>
            <a:endParaRPr sz="1352"/>
          </a:p>
        </p:txBody>
      </p:sp>
      <p:sp>
        <p:nvSpPr>
          <p:cNvPr id="374" name="Google Shape;374;p22"/>
          <p:cNvSpPr/>
          <p:nvPr/>
        </p:nvSpPr>
        <p:spPr>
          <a:xfrm>
            <a:off x="5809119" y="3781821"/>
            <a:ext cx="210000" cy="202500"/>
          </a:xfrm>
          <a:prstGeom prst="rightArrow">
            <a:avLst>
              <a:gd fmla="val 50000" name="adj1"/>
              <a:gd fmla="val 50000" name="adj2"/>
            </a:avLst>
          </a:prstGeom>
          <a:solidFill>
            <a:schemeClr val="lt2"/>
          </a:solidFill>
          <a:ln cap="flat" cmpd="sng" w="9200">
            <a:solidFill>
              <a:schemeClr val="dk2"/>
            </a:solidFill>
            <a:prstDash val="solid"/>
            <a:round/>
            <a:headEnd len="sm" w="sm" type="none"/>
            <a:tailEnd len="sm" w="sm" type="none"/>
          </a:ln>
        </p:spPr>
        <p:txBody>
          <a:bodyPr anchorCtr="0" anchor="ctr" bIns="88275" lIns="88275" spcFirstLastPara="1" rIns="88275" wrap="square" tIns="88275">
            <a:noAutofit/>
          </a:bodyPr>
          <a:lstStyle/>
          <a:p>
            <a:pPr indent="0" lvl="0" marL="0" rtl="0" algn="ctr">
              <a:spcBef>
                <a:spcPts val="0"/>
              </a:spcBef>
              <a:spcAft>
                <a:spcPts val="0"/>
              </a:spcAft>
              <a:buNone/>
            </a:pPr>
            <a:r>
              <a:t/>
            </a:r>
            <a:endParaRPr sz="1352"/>
          </a:p>
        </p:txBody>
      </p:sp>
      <p:sp>
        <p:nvSpPr>
          <p:cNvPr id="375" name="Google Shape;375;p22"/>
          <p:cNvSpPr txBox="1"/>
          <p:nvPr/>
        </p:nvSpPr>
        <p:spPr>
          <a:xfrm>
            <a:off x="4389461" y="3615891"/>
            <a:ext cx="365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t>
            </a:r>
            <a:endParaRPr sz="1800">
              <a:solidFill>
                <a:schemeClr val="dk2"/>
              </a:solidFill>
            </a:endParaRPr>
          </a:p>
        </p:txBody>
      </p:sp>
      <p:sp>
        <p:nvSpPr>
          <p:cNvPr id="376" name="Google Shape;376;p22"/>
          <p:cNvSpPr txBox="1"/>
          <p:nvPr/>
        </p:nvSpPr>
        <p:spPr>
          <a:xfrm>
            <a:off x="6769549" y="2776525"/>
            <a:ext cx="1334700" cy="476100"/>
          </a:xfrm>
          <a:prstGeom prst="rect">
            <a:avLst/>
          </a:prstGeom>
          <a:noFill/>
          <a:ln>
            <a:noFill/>
          </a:ln>
        </p:spPr>
        <p:txBody>
          <a:bodyPr anchorCtr="0" anchor="t" bIns="94275" lIns="94275" spcFirstLastPara="1" rIns="94275" wrap="square" tIns="94275">
            <a:spAutoFit/>
          </a:bodyPr>
          <a:lstStyle/>
          <a:p>
            <a:pPr indent="0" lvl="0" marL="0" rtl="0" algn="l">
              <a:spcBef>
                <a:spcPts val="0"/>
              </a:spcBef>
              <a:spcAft>
                <a:spcPts val="0"/>
              </a:spcAft>
              <a:buNone/>
            </a:pPr>
            <a:r>
              <a:rPr lang="en" sz="1856">
                <a:solidFill>
                  <a:schemeClr val="dk2"/>
                </a:solidFill>
              </a:rPr>
              <a:t>Cycle 10</a:t>
            </a:r>
            <a:endParaRPr sz="1856">
              <a:solidFill>
                <a:schemeClr val="dk2"/>
              </a:solidFill>
            </a:endParaRPr>
          </a:p>
        </p:txBody>
      </p:sp>
      <p:sp>
        <p:nvSpPr>
          <p:cNvPr id="377" name="Google Shape;377;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78" name="Google Shape;378;p22"/>
          <p:cNvSpPr txBox="1"/>
          <p:nvPr/>
        </p:nvSpPr>
        <p:spPr>
          <a:xfrm>
            <a:off x="619050" y="4621975"/>
            <a:ext cx="2674500" cy="476100"/>
          </a:xfrm>
          <a:prstGeom prst="rect">
            <a:avLst/>
          </a:prstGeom>
          <a:noFill/>
          <a:ln>
            <a:noFill/>
          </a:ln>
        </p:spPr>
        <p:txBody>
          <a:bodyPr anchorCtr="0" anchor="t" bIns="94275" lIns="94275" spcFirstLastPara="1" rIns="94275" wrap="square" tIns="94275">
            <a:spAutoFit/>
          </a:bodyPr>
          <a:lstStyle/>
          <a:p>
            <a:pPr indent="0" lvl="0" marL="0" rtl="0" algn="l">
              <a:spcBef>
                <a:spcPts val="0"/>
              </a:spcBef>
              <a:spcAft>
                <a:spcPts val="0"/>
              </a:spcAft>
              <a:buNone/>
            </a:pPr>
            <a:r>
              <a:rPr b="1" lang="en" sz="1356">
                <a:solidFill>
                  <a:schemeClr val="dk2"/>
                </a:solidFill>
              </a:rPr>
              <a:t>First output value is ready</a:t>
            </a:r>
            <a:r>
              <a:rPr b="1" lang="en" sz="1856">
                <a:solidFill>
                  <a:schemeClr val="dk2"/>
                </a:solidFill>
              </a:rPr>
              <a:t> </a:t>
            </a:r>
            <a:endParaRPr b="1" sz="1856">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Systolic Array Timing</a:t>
            </a:r>
            <a:endParaRPr/>
          </a:p>
        </p:txBody>
      </p:sp>
      <p:pic>
        <p:nvPicPr>
          <p:cNvPr id="384" name="Google Shape;384;p23" title="team1waveform.png"/>
          <p:cNvPicPr preferRelativeResize="0"/>
          <p:nvPr/>
        </p:nvPicPr>
        <p:blipFill>
          <a:blip r:embed="rId3">
            <a:alphaModFix/>
          </a:blip>
          <a:stretch>
            <a:fillRect/>
          </a:stretch>
        </p:blipFill>
        <p:spPr>
          <a:xfrm>
            <a:off x="810200" y="2157502"/>
            <a:ext cx="7617751" cy="1744499"/>
          </a:xfrm>
          <a:prstGeom prst="rect">
            <a:avLst/>
          </a:prstGeom>
          <a:noFill/>
          <a:ln>
            <a:noFill/>
          </a:ln>
        </p:spPr>
      </p:pic>
      <p:sp>
        <p:nvSpPr>
          <p:cNvPr id="385" name="Google Shape;385;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6" name="Google Shape;386;p23"/>
          <p:cNvSpPr/>
          <p:nvPr/>
        </p:nvSpPr>
        <p:spPr>
          <a:xfrm>
            <a:off x="1860800" y="2130289"/>
            <a:ext cx="903600" cy="3936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7" name="Google Shape;387;p23"/>
          <p:cNvSpPr txBox="1"/>
          <p:nvPr/>
        </p:nvSpPr>
        <p:spPr>
          <a:xfrm>
            <a:off x="1860800" y="1110452"/>
            <a:ext cx="9447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4 cycles:</a:t>
            </a:r>
            <a:br>
              <a:rPr lang="en" sz="1000">
                <a:solidFill>
                  <a:schemeClr val="dk2"/>
                </a:solidFill>
              </a:rPr>
            </a:br>
            <a:r>
              <a:rPr lang="en" sz="1000">
                <a:solidFill>
                  <a:schemeClr val="dk2"/>
                </a:solidFill>
              </a:rPr>
              <a:t>The array receives the columns of matrix A.</a:t>
            </a:r>
            <a:endParaRPr sz="1000">
              <a:solidFill>
                <a:schemeClr val="dk2"/>
              </a:solidFill>
            </a:endParaRPr>
          </a:p>
        </p:txBody>
      </p:sp>
      <p:sp>
        <p:nvSpPr>
          <p:cNvPr id="388" name="Google Shape;388;p23"/>
          <p:cNvSpPr/>
          <p:nvPr/>
        </p:nvSpPr>
        <p:spPr>
          <a:xfrm>
            <a:off x="2815700" y="2130289"/>
            <a:ext cx="822900" cy="3936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9" name="Google Shape;389;p23"/>
          <p:cNvSpPr txBox="1"/>
          <p:nvPr/>
        </p:nvSpPr>
        <p:spPr>
          <a:xfrm>
            <a:off x="2754800" y="1096852"/>
            <a:ext cx="9447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4 cycles:</a:t>
            </a:r>
            <a:br>
              <a:rPr lang="en" sz="1000">
                <a:solidFill>
                  <a:schemeClr val="dk2"/>
                </a:solidFill>
              </a:rPr>
            </a:br>
            <a:r>
              <a:rPr lang="en" sz="1000">
                <a:solidFill>
                  <a:schemeClr val="dk2"/>
                </a:solidFill>
              </a:rPr>
              <a:t>The array receives the rows of matrix B.</a:t>
            </a:r>
            <a:endParaRPr sz="1000">
              <a:solidFill>
                <a:schemeClr val="dk2"/>
              </a:solidFill>
            </a:endParaRPr>
          </a:p>
        </p:txBody>
      </p:sp>
      <p:sp>
        <p:nvSpPr>
          <p:cNvPr id="390" name="Google Shape;390;p23"/>
          <p:cNvSpPr/>
          <p:nvPr/>
        </p:nvSpPr>
        <p:spPr>
          <a:xfrm>
            <a:off x="3655950" y="2089225"/>
            <a:ext cx="2147100" cy="492600"/>
          </a:xfrm>
          <a:prstGeom prst="rect">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1" name="Google Shape;391;p23"/>
          <p:cNvSpPr txBox="1"/>
          <p:nvPr/>
        </p:nvSpPr>
        <p:spPr>
          <a:xfrm>
            <a:off x="3689900" y="1504434"/>
            <a:ext cx="22089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10</a:t>
            </a:r>
            <a:r>
              <a:rPr lang="en" sz="1000">
                <a:solidFill>
                  <a:schemeClr val="dk2"/>
                </a:solidFill>
              </a:rPr>
              <a:t> </a:t>
            </a:r>
            <a:r>
              <a:rPr lang="en" sz="1000">
                <a:solidFill>
                  <a:schemeClr val="dk2"/>
                </a:solidFill>
              </a:rPr>
              <a:t>computing cycles.</a:t>
            </a:r>
            <a:br>
              <a:rPr lang="en" sz="1000">
                <a:solidFill>
                  <a:schemeClr val="dk2"/>
                </a:solidFill>
              </a:rPr>
            </a:br>
            <a:r>
              <a:rPr lang="en" sz="1000">
                <a:solidFill>
                  <a:schemeClr val="dk2"/>
                </a:solidFill>
              </a:rPr>
              <a:t>In the cycle 4 we obtain first output value.</a:t>
            </a:r>
            <a:br>
              <a:rPr lang="en" sz="1000">
                <a:solidFill>
                  <a:schemeClr val="dk2"/>
                </a:solidFill>
              </a:rPr>
            </a:br>
            <a:endParaRPr sz="1000">
              <a:solidFill>
                <a:schemeClr val="dk2"/>
              </a:solidFill>
            </a:endParaRPr>
          </a:p>
        </p:txBody>
      </p:sp>
      <p:sp>
        <p:nvSpPr>
          <p:cNvPr id="392" name="Google Shape;392;p23"/>
          <p:cNvSpPr/>
          <p:nvPr/>
        </p:nvSpPr>
        <p:spPr>
          <a:xfrm>
            <a:off x="5820400" y="2080800"/>
            <a:ext cx="2251500" cy="4926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3" name="Google Shape;393;p23"/>
          <p:cNvSpPr txBox="1"/>
          <p:nvPr/>
        </p:nvSpPr>
        <p:spPr>
          <a:xfrm>
            <a:off x="5984850" y="1504425"/>
            <a:ext cx="2208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6 + 10 output cycles.</a:t>
            </a:r>
            <a:br>
              <a:rPr lang="en" sz="1000">
                <a:solidFill>
                  <a:schemeClr val="dk2"/>
                </a:solidFill>
              </a:rPr>
            </a:br>
            <a:r>
              <a:rPr lang="en" sz="1000">
                <a:solidFill>
                  <a:schemeClr val="dk2"/>
                </a:solidFill>
              </a:rPr>
              <a:t>6 happen while computing</a:t>
            </a:r>
            <a:endParaRPr sz="1000">
              <a:solidFill>
                <a:schemeClr val="dk2"/>
              </a:solidFill>
            </a:endParaRPr>
          </a:p>
        </p:txBody>
      </p:sp>
      <p:sp>
        <p:nvSpPr>
          <p:cNvPr id="394" name="Google Shape;394;p23"/>
          <p:cNvSpPr/>
          <p:nvPr/>
        </p:nvSpPr>
        <p:spPr>
          <a:xfrm>
            <a:off x="4484150" y="3409400"/>
            <a:ext cx="3752100" cy="4926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5" name="Google Shape;395;p23"/>
          <p:cNvSpPr txBox="1"/>
          <p:nvPr/>
        </p:nvSpPr>
        <p:spPr>
          <a:xfrm>
            <a:off x="4956600" y="3946250"/>
            <a:ext cx="2208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Output Values</a:t>
            </a:r>
            <a:endParaRPr sz="10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Systolic Array RTL Simulation - Load Data</a:t>
            </a:r>
            <a:endParaRPr/>
          </a:p>
        </p:txBody>
      </p:sp>
      <p:pic>
        <p:nvPicPr>
          <p:cNvPr id="401" name="Google Shape;401;p24" title="team1vivado_sim_load.png"/>
          <p:cNvPicPr preferRelativeResize="0"/>
          <p:nvPr/>
        </p:nvPicPr>
        <p:blipFill>
          <a:blip r:embed="rId3">
            <a:alphaModFix/>
          </a:blip>
          <a:stretch>
            <a:fillRect/>
          </a:stretch>
        </p:blipFill>
        <p:spPr>
          <a:xfrm>
            <a:off x="567816" y="1173725"/>
            <a:ext cx="7561325" cy="3102800"/>
          </a:xfrm>
          <a:prstGeom prst="rect">
            <a:avLst/>
          </a:prstGeom>
          <a:noFill/>
          <a:ln>
            <a:noFill/>
          </a:ln>
        </p:spPr>
      </p:pic>
      <p:sp>
        <p:nvSpPr>
          <p:cNvPr id="402" name="Google Shape;402;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3" name="Google Shape;403;p24"/>
          <p:cNvSpPr/>
          <p:nvPr/>
        </p:nvSpPr>
        <p:spPr>
          <a:xfrm>
            <a:off x="3226250" y="2120066"/>
            <a:ext cx="1724700" cy="9753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4" name="Google Shape;404;p24"/>
          <p:cNvSpPr/>
          <p:nvPr/>
        </p:nvSpPr>
        <p:spPr>
          <a:xfrm>
            <a:off x="5022815" y="2120090"/>
            <a:ext cx="1724700" cy="934200"/>
          </a:xfrm>
          <a:prstGeom prst="rect">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5" name="Google Shape;405;p24"/>
          <p:cNvSpPr txBox="1"/>
          <p:nvPr/>
        </p:nvSpPr>
        <p:spPr>
          <a:xfrm>
            <a:off x="3837050" y="4348375"/>
            <a:ext cx="5031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rgbClr val="4A86E8"/>
                </a:solidFill>
              </a:rPr>
              <a:t>A</a:t>
            </a:r>
            <a:endParaRPr sz="2300">
              <a:solidFill>
                <a:srgbClr val="4A86E8"/>
              </a:solidFill>
            </a:endParaRPr>
          </a:p>
        </p:txBody>
      </p:sp>
      <p:sp>
        <p:nvSpPr>
          <p:cNvPr id="406" name="Google Shape;406;p24"/>
          <p:cNvSpPr txBox="1"/>
          <p:nvPr/>
        </p:nvSpPr>
        <p:spPr>
          <a:xfrm>
            <a:off x="5633625" y="4348375"/>
            <a:ext cx="5031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accent5"/>
                </a:solidFill>
              </a:rPr>
              <a:t>B</a:t>
            </a:r>
            <a:endParaRPr sz="2300">
              <a:solidFill>
                <a:schemeClr val="accent5"/>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Systolic Array RTL Simulation - Return Data</a:t>
            </a:r>
            <a:endParaRPr/>
          </a:p>
        </p:txBody>
      </p:sp>
      <p:pic>
        <p:nvPicPr>
          <p:cNvPr id="412" name="Google Shape;412;p25" title="team1vivado_sim_data.png"/>
          <p:cNvPicPr preferRelativeResize="0"/>
          <p:nvPr/>
        </p:nvPicPr>
        <p:blipFill>
          <a:blip r:embed="rId3">
            <a:alphaModFix/>
          </a:blip>
          <a:stretch>
            <a:fillRect/>
          </a:stretch>
        </p:blipFill>
        <p:spPr>
          <a:xfrm>
            <a:off x="364525" y="1267736"/>
            <a:ext cx="8414951" cy="2960250"/>
          </a:xfrm>
          <a:prstGeom prst="rect">
            <a:avLst/>
          </a:prstGeom>
          <a:noFill/>
          <a:ln>
            <a:noFill/>
          </a:ln>
        </p:spPr>
      </p:pic>
      <p:sp>
        <p:nvSpPr>
          <p:cNvPr id="413" name="Google Shape;413;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14" name="Google Shape;414;p25"/>
          <p:cNvSpPr/>
          <p:nvPr/>
        </p:nvSpPr>
        <p:spPr>
          <a:xfrm>
            <a:off x="3313750" y="3855050"/>
            <a:ext cx="5322900" cy="331800"/>
          </a:xfrm>
          <a:prstGeom prst="rect">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5" name="Google Shape;415;p25"/>
          <p:cNvSpPr txBox="1"/>
          <p:nvPr/>
        </p:nvSpPr>
        <p:spPr>
          <a:xfrm>
            <a:off x="3837050" y="4307325"/>
            <a:ext cx="39372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dk1"/>
                </a:solidFill>
              </a:rPr>
              <a:t>C output matrix</a:t>
            </a:r>
            <a:endParaRPr sz="23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Systolic Array FPGA Testing</a:t>
            </a:r>
            <a:endParaRPr/>
          </a:p>
        </p:txBody>
      </p:sp>
      <p:pic>
        <p:nvPicPr>
          <p:cNvPr id="421" name="Google Shape;421;p26" title="team1fpgawrapper.png"/>
          <p:cNvPicPr preferRelativeResize="0"/>
          <p:nvPr/>
        </p:nvPicPr>
        <p:blipFill>
          <a:blip r:embed="rId3">
            <a:alphaModFix/>
          </a:blip>
          <a:stretch>
            <a:fillRect/>
          </a:stretch>
        </p:blipFill>
        <p:spPr>
          <a:xfrm>
            <a:off x="3333915" y="1069923"/>
            <a:ext cx="4189974" cy="3048300"/>
          </a:xfrm>
          <a:prstGeom prst="rect">
            <a:avLst/>
          </a:prstGeom>
          <a:noFill/>
          <a:ln>
            <a:noFill/>
          </a:ln>
        </p:spPr>
      </p:pic>
      <p:cxnSp>
        <p:nvCxnSpPr>
          <p:cNvPr id="422" name="Google Shape;422;p26"/>
          <p:cNvCxnSpPr/>
          <p:nvPr/>
        </p:nvCxnSpPr>
        <p:spPr>
          <a:xfrm>
            <a:off x="2333240" y="2691473"/>
            <a:ext cx="2601900" cy="490800"/>
          </a:xfrm>
          <a:prstGeom prst="straightConnector1">
            <a:avLst/>
          </a:prstGeom>
          <a:noFill/>
          <a:ln cap="flat" cmpd="sng" w="9525">
            <a:solidFill>
              <a:schemeClr val="dk2"/>
            </a:solidFill>
            <a:prstDash val="solid"/>
            <a:round/>
            <a:headEnd len="med" w="med" type="none"/>
            <a:tailEnd len="med" w="med" type="triangle"/>
          </a:ln>
        </p:spPr>
      </p:cxnSp>
      <p:cxnSp>
        <p:nvCxnSpPr>
          <p:cNvPr id="423" name="Google Shape;423;p26"/>
          <p:cNvCxnSpPr/>
          <p:nvPr/>
        </p:nvCxnSpPr>
        <p:spPr>
          <a:xfrm flipH="1" rot="10800000">
            <a:off x="2629065" y="3639523"/>
            <a:ext cx="3886200" cy="524400"/>
          </a:xfrm>
          <a:prstGeom prst="straightConnector1">
            <a:avLst/>
          </a:prstGeom>
          <a:noFill/>
          <a:ln cap="flat" cmpd="sng" w="9525">
            <a:solidFill>
              <a:schemeClr val="dk2"/>
            </a:solidFill>
            <a:prstDash val="solid"/>
            <a:round/>
            <a:headEnd len="med" w="med" type="none"/>
            <a:tailEnd len="med" w="med" type="triangle"/>
          </a:ln>
        </p:spPr>
      </p:cxnSp>
      <p:sp>
        <p:nvSpPr>
          <p:cNvPr id="424" name="Google Shape;424;p26"/>
          <p:cNvSpPr txBox="1"/>
          <p:nvPr/>
        </p:nvSpPr>
        <p:spPr>
          <a:xfrm>
            <a:off x="793565" y="2422623"/>
            <a:ext cx="1586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Systolic Array</a:t>
            </a:r>
            <a:endParaRPr sz="1800">
              <a:solidFill>
                <a:schemeClr val="dk2"/>
              </a:solidFill>
            </a:endParaRPr>
          </a:p>
        </p:txBody>
      </p:sp>
      <p:sp>
        <p:nvSpPr>
          <p:cNvPr id="425" name="Google Shape;425;p26"/>
          <p:cNvSpPr txBox="1"/>
          <p:nvPr/>
        </p:nvSpPr>
        <p:spPr>
          <a:xfrm>
            <a:off x="846315" y="3953948"/>
            <a:ext cx="2487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ILA for debug</a:t>
            </a:r>
            <a:endParaRPr sz="1800">
              <a:solidFill>
                <a:schemeClr val="dk2"/>
              </a:solidFill>
            </a:endParaRPr>
          </a:p>
          <a:p>
            <a:pPr indent="0" lvl="0" marL="0" rtl="0" algn="l">
              <a:spcBef>
                <a:spcPts val="0"/>
              </a:spcBef>
              <a:spcAft>
                <a:spcPts val="0"/>
              </a:spcAft>
              <a:buNone/>
            </a:pPr>
            <a:r>
              <a:rPr lang="en" sz="1800">
                <a:solidFill>
                  <a:schemeClr val="dk2"/>
                </a:solidFill>
              </a:rPr>
              <a:t>and waveform viewing</a:t>
            </a:r>
            <a:endParaRPr sz="1800">
              <a:solidFill>
                <a:schemeClr val="dk2"/>
              </a:solidFill>
            </a:endParaRPr>
          </a:p>
        </p:txBody>
      </p:sp>
      <p:sp>
        <p:nvSpPr>
          <p:cNvPr id="426" name="Google Shape;426;p26"/>
          <p:cNvSpPr txBox="1"/>
          <p:nvPr/>
        </p:nvSpPr>
        <p:spPr>
          <a:xfrm>
            <a:off x="4480903" y="4163923"/>
            <a:ext cx="1896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FPGA Wrapper</a:t>
            </a:r>
            <a:endParaRPr sz="1800">
              <a:solidFill>
                <a:schemeClr val="dk2"/>
              </a:solidFill>
            </a:endParaRPr>
          </a:p>
        </p:txBody>
      </p:sp>
      <p:sp>
        <p:nvSpPr>
          <p:cNvPr id="427" name="Google Shape;427;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Systolic Array FPGA ILA Waveform</a:t>
            </a:r>
            <a:endParaRPr/>
          </a:p>
        </p:txBody>
      </p:sp>
      <p:pic>
        <p:nvPicPr>
          <p:cNvPr id="433" name="Google Shape;433;p27" title="team1fpgaila.png"/>
          <p:cNvPicPr preferRelativeResize="0"/>
          <p:nvPr/>
        </p:nvPicPr>
        <p:blipFill>
          <a:blip r:embed="rId3">
            <a:alphaModFix/>
          </a:blip>
          <a:stretch>
            <a:fillRect/>
          </a:stretch>
        </p:blipFill>
        <p:spPr>
          <a:xfrm>
            <a:off x="266925" y="1065725"/>
            <a:ext cx="8713002" cy="3151950"/>
          </a:xfrm>
          <a:prstGeom prst="rect">
            <a:avLst/>
          </a:prstGeom>
          <a:noFill/>
          <a:ln>
            <a:noFill/>
          </a:ln>
        </p:spPr>
      </p:pic>
      <p:sp>
        <p:nvSpPr>
          <p:cNvPr id="434" name="Google Shape;434;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 Controller</a:t>
            </a:r>
            <a:endParaRPr/>
          </a:p>
        </p:txBody>
      </p:sp>
      <p:sp>
        <p:nvSpPr>
          <p:cNvPr id="440" name="Google Shape;440;p28"/>
          <p:cNvSpPr txBox="1"/>
          <p:nvPr/>
        </p:nvSpPr>
        <p:spPr>
          <a:xfrm>
            <a:off x="402075" y="1137950"/>
            <a:ext cx="54621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Interface between Microblaze and Systolic Array</a:t>
            </a:r>
            <a:endParaRPr sz="1800">
              <a:solidFill>
                <a:schemeClr val="dk2"/>
              </a:solidFill>
            </a:endParaRPr>
          </a:p>
        </p:txBody>
      </p:sp>
      <p:sp>
        <p:nvSpPr>
          <p:cNvPr id="441" name="Google Shape;441;p28"/>
          <p:cNvSpPr/>
          <p:nvPr/>
        </p:nvSpPr>
        <p:spPr>
          <a:xfrm>
            <a:off x="2577725" y="2726450"/>
            <a:ext cx="1333800" cy="1421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Top Level Data Interface</a:t>
            </a:r>
            <a:endParaRPr/>
          </a:p>
        </p:txBody>
      </p:sp>
      <p:sp>
        <p:nvSpPr>
          <p:cNvPr id="442" name="Google Shape;442;p28"/>
          <p:cNvSpPr/>
          <p:nvPr/>
        </p:nvSpPr>
        <p:spPr>
          <a:xfrm>
            <a:off x="5193425" y="2788375"/>
            <a:ext cx="1333800" cy="1421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Controller FSM</a:t>
            </a:r>
            <a:endParaRPr/>
          </a:p>
        </p:txBody>
      </p:sp>
      <p:sp>
        <p:nvSpPr>
          <p:cNvPr id="443" name="Google Shape;443;p28"/>
          <p:cNvSpPr/>
          <p:nvPr/>
        </p:nvSpPr>
        <p:spPr>
          <a:xfrm>
            <a:off x="6527232" y="3381175"/>
            <a:ext cx="874800" cy="236100"/>
          </a:xfrm>
          <a:prstGeom prst="lef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4" name="Google Shape;444;p28"/>
          <p:cNvSpPr/>
          <p:nvPr/>
        </p:nvSpPr>
        <p:spPr>
          <a:xfrm>
            <a:off x="1702932" y="3338050"/>
            <a:ext cx="874800" cy="236100"/>
          </a:xfrm>
          <a:prstGeom prst="lef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5" name="Google Shape;445;p28"/>
          <p:cNvSpPr/>
          <p:nvPr/>
        </p:nvSpPr>
        <p:spPr>
          <a:xfrm rot="-5400000">
            <a:off x="2979400" y="2330201"/>
            <a:ext cx="518400" cy="250500"/>
          </a:xfrm>
          <a:prstGeom prst="lef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28"/>
          <p:cNvSpPr/>
          <p:nvPr/>
        </p:nvSpPr>
        <p:spPr>
          <a:xfrm>
            <a:off x="3911522" y="3319250"/>
            <a:ext cx="1281900" cy="236100"/>
          </a:xfrm>
          <a:prstGeom prst="lef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28"/>
          <p:cNvSpPr txBox="1"/>
          <p:nvPr/>
        </p:nvSpPr>
        <p:spPr>
          <a:xfrm>
            <a:off x="2232250" y="1667975"/>
            <a:ext cx="2012700" cy="51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2"/>
                </a:solidFill>
              </a:rPr>
              <a:t>Read/Write</a:t>
            </a:r>
            <a:endParaRPr sz="1200">
              <a:solidFill>
                <a:schemeClr val="dk2"/>
              </a:solidFill>
            </a:endParaRPr>
          </a:p>
          <a:p>
            <a:pPr indent="0" lvl="0" marL="0" rtl="0" algn="ctr">
              <a:spcBef>
                <a:spcPts val="0"/>
              </a:spcBef>
              <a:spcAft>
                <a:spcPts val="0"/>
              </a:spcAft>
              <a:buNone/>
            </a:pPr>
            <a:r>
              <a:rPr lang="en" sz="1200">
                <a:solidFill>
                  <a:schemeClr val="dk2"/>
                </a:solidFill>
              </a:rPr>
              <a:t>Block Memory (BRAM)</a:t>
            </a:r>
            <a:endParaRPr sz="1200">
              <a:solidFill>
                <a:schemeClr val="dk2"/>
              </a:solidFill>
            </a:endParaRPr>
          </a:p>
        </p:txBody>
      </p:sp>
      <p:sp>
        <p:nvSpPr>
          <p:cNvPr id="448" name="Google Shape;448;p28"/>
          <p:cNvSpPr txBox="1"/>
          <p:nvPr/>
        </p:nvSpPr>
        <p:spPr>
          <a:xfrm>
            <a:off x="7441075" y="3169750"/>
            <a:ext cx="12819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rPr>
              <a:t>Systolic Array Communication</a:t>
            </a:r>
            <a:endParaRPr sz="1200">
              <a:solidFill>
                <a:schemeClr val="dk2"/>
              </a:solidFill>
            </a:endParaRPr>
          </a:p>
        </p:txBody>
      </p:sp>
      <p:sp>
        <p:nvSpPr>
          <p:cNvPr id="449" name="Google Shape;449;p28"/>
          <p:cNvSpPr txBox="1"/>
          <p:nvPr/>
        </p:nvSpPr>
        <p:spPr>
          <a:xfrm>
            <a:off x="421025" y="3150950"/>
            <a:ext cx="12819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rPr>
              <a:t>MicroBlaze RISC Communication</a:t>
            </a:r>
            <a:endParaRPr sz="1200">
              <a:solidFill>
                <a:schemeClr val="dk2"/>
              </a:solidFill>
            </a:endParaRPr>
          </a:p>
        </p:txBody>
      </p:sp>
      <p:sp>
        <p:nvSpPr>
          <p:cNvPr id="450" name="Google Shape;450;p28"/>
          <p:cNvSpPr txBox="1"/>
          <p:nvPr/>
        </p:nvSpPr>
        <p:spPr>
          <a:xfrm>
            <a:off x="3931050" y="3574150"/>
            <a:ext cx="1281900" cy="71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rPr>
              <a:t>Matrix and Control Signals pass through</a:t>
            </a:r>
            <a:endParaRPr sz="1200">
              <a:solidFill>
                <a:schemeClr val="dk2"/>
              </a:solidFill>
            </a:endParaRPr>
          </a:p>
          <a:p>
            <a:pPr indent="0" lvl="0" marL="0" rtl="0" algn="ctr">
              <a:spcBef>
                <a:spcPts val="0"/>
              </a:spcBef>
              <a:spcAft>
                <a:spcPts val="0"/>
              </a:spcAft>
              <a:buNone/>
            </a:pPr>
            <a:r>
              <a:t/>
            </a:r>
            <a:endParaRPr sz="1200">
              <a:solidFill>
                <a:schemeClr val="dk2"/>
              </a:solidFill>
            </a:endParaRPr>
          </a:p>
        </p:txBody>
      </p:sp>
      <p:sp>
        <p:nvSpPr>
          <p:cNvPr id="451" name="Google Shape;45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 Controller FSM Structure and Operation</a:t>
            </a:r>
            <a:endParaRPr/>
          </a:p>
        </p:txBody>
      </p:sp>
      <p:sp>
        <p:nvSpPr>
          <p:cNvPr id="457" name="Google Shape;457;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Primary Objective: </a:t>
            </a:r>
            <a:r>
              <a:rPr lang="en"/>
              <a:t>facilitate</a:t>
            </a:r>
            <a:r>
              <a:rPr lang="en"/>
              <a:t> cycle-accurate data flow between system memory and the 4x4 systolic array.</a:t>
            </a:r>
            <a:endParaRPr/>
          </a:p>
          <a:p>
            <a:pPr indent="-342900" lvl="0" marL="457200" rtl="0" algn="l">
              <a:spcBef>
                <a:spcPts val="0"/>
              </a:spcBef>
              <a:spcAft>
                <a:spcPts val="0"/>
              </a:spcAft>
              <a:buSzPts val="1800"/>
              <a:buChar char="-"/>
            </a:pPr>
            <a:r>
              <a:rPr b="1" lang="en"/>
              <a:t>Synchronized Input Streaming:</a:t>
            </a:r>
            <a:r>
              <a:rPr lang="en"/>
              <a:t> Sequentially loads operand Matrices A and B over 8 discrete clock cycles (4 cycles per matrix).</a:t>
            </a:r>
            <a:endParaRPr/>
          </a:p>
          <a:p>
            <a:pPr indent="-342900" lvl="0" marL="457200" rtl="0" algn="l">
              <a:spcBef>
                <a:spcPts val="0"/>
              </a:spcBef>
              <a:spcAft>
                <a:spcPts val="0"/>
              </a:spcAft>
              <a:buSzPts val="1800"/>
              <a:buChar char="-"/>
            </a:pPr>
            <a:r>
              <a:rPr b="1" lang="en"/>
              <a:t>Deterministic Output Capture:</a:t>
            </a:r>
            <a:r>
              <a:rPr lang="en"/>
              <a:t> Monitors the array's read flags to capture and route all 16 cycles of computed output back to memory.</a:t>
            </a:r>
            <a:endParaRPr/>
          </a:p>
        </p:txBody>
      </p:sp>
      <p:sp>
        <p:nvSpPr>
          <p:cNvPr id="458" name="Google Shape;458;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BRAM, MicroBlaze, PE Controller FSM Interface</a:t>
            </a:r>
            <a:endParaRPr/>
          </a:p>
        </p:txBody>
      </p:sp>
      <p:graphicFrame>
        <p:nvGraphicFramePr>
          <p:cNvPr id="464" name="Google Shape;464;p30"/>
          <p:cNvGraphicFramePr/>
          <p:nvPr/>
        </p:nvGraphicFramePr>
        <p:xfrm>
          <a:off x="346463" y="1278700"/>
          <a:ext cx="3000000" cy="3000000"/>
        </p:xfrm>
        <a:graphic>
          <a:graphicData uri="http://schemas.openxmlformats.org/drawingml/2006/table">
            <a:tbl>
              <a:tblPr>
                <a:noFill/>
                <a:tableStyleId>{A7B4514B-8792-46B7-AE06-152C25EA198A}</a:tableStyleId>
              </a:tblPr>
              <a:tblGrid>
                <a:gridCol w="1891500"/>
                <a:gridCol w="3279775"/>
                <a:gridCol w="3279775"/>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Read/Receive by PE Controller</a:t>
                      </a:r>
                      <a:endParaRPr/>
                    </a:p>
                  </a:txBody>
                  <a:tcPr marT="91425" marB="91425" marR="91425" marL="91425"/>
                </a:tc>
                <a:tc>
                  <a:txBody>
                    <a:bodyPr/>
                    <a:lstStyle/>
                    <a:p>
                      <a:pPr indent="0" lvl="0" marL="0" rtl="0" algn="l">
                        <a:spcBef>
                          <a:spcPts val="0"/>
                        </a:spcBef>
                        <a:spcAft>
                          <a:spcPts val="0"/>
                        </a:spcAft>
                        <a:buNone/>
                      </a:pPr>
                      <a:r>
                        <a:rPr lang="en"/>
                        <a:t>Write/Send to Target</a:t>
                      </a:r>
                      <a:endParaRPr/>
                    </a:p>
                  </a:txBody>
                  <a:tcPr marT="91425" marB="91425" marR="91425" marL="91425"/>
                </a:tc>
              </a:tr>
              <a:tr h="381000">
                <a:tc>
                  <a:txBody>
                    <a:bodyPr/>
                    <a:lstStyle/>
                    <a:p>
                      <a:pPr indent="0" lvl="0" marL="0" rtl="0" algn="l">
                        <a:spcBef>
                          <a:spcPts val="0"/>
                        </a:spcBef>
                        <a:spcAft>
                          <a:spcPts val="0"/>
                        </a:spcAft>
                        <a:buNone/>
                      </a:pPr>
                      <a:r>
                        <a:rPr lang="en"/>
                        <a:t>PE Controller to </a:t>
                      </a:r>
                      <a:endParaRPr/>
                    </a:p>
                    <a:p>
                      <a:pPr indent="0" lvl="0" marL="0" rtl="0" algn="l">
                        <a:spcBef>
                          <a:spcPts val="0"/>
                        </a:spcBef>
                        <a:spcAft>
                          <a:spcPts val="0"/>
                        </a:spcAft>
                        <a:buNone/>
                      </a:pPr>
                      <a:r>
                        <a:rPr lang="en"/>
                        <a:t>BRAM</a:t>
                      </a:r>
                      <a:endParaRPr/>
                    </a:p>
                  </a:txBody>
                  <a:tcPr marT="91425" marB="91425" marR="91425" marL="91425"/>
                </a:tc>
                <a:tc>
                  <a:txBody>
                    <a:bodyPr/>
                    <a:lstStyle/>
                    <a:p>
                      <a:pPr indent="-317500" lvl="0" marL="457200" rtl="0" algn="l">
                        <a:spcBef>
                          <a:spcPts val="0"/>
                        </a:spcBef>
                        <a:spcAft>
                          <a:spcPts val="0"/>
                        </a:spcAft>
                        <a:buSzPts val="1400"/>
                        <a:buChar char="●"/>
                      </a:pPr>
                      <a:r>
                        <a:rPr lang="en"/>
                        <a:t>Matrix A values</a:t>
                      </a:r>
                      <a:endParaRPr/>
                    </a:p>
                    <a:p>
                      <a:pPr indent="-317500" lvl="0" marL="457200" rtl="0" algn="l">
                        <a:spcBef>
                          <a:spcPts val="0"/>
                        </a:spcBef>
                        <a:spcAft>
                          <a:spcPts val="0"/>
                        </a:spcAft>
                        <a:buSzPts val="1400"/>
                        <a:buChar char="●"/>
                      </a:pPr>
                      <a:r>
                        <a:rPr lang="en"/>
                        <a:t>Matrix B values</a:t>
                      </a:r>
                      <a:endParaRPr/>
                    </a:p>
                  </a:txBody>
                  <a:tcPr marT="91425" marB="91425" marR="91425" marL="91425"/>
                </a:tc>
                <a:tc>
                  <a:txBody>
                    <a:bodyPr/>
                    <a:lstStyle/>
                    <a:p>
                      <a:pPr indent="-317500" lvl="0" marL="457200" rtl="0" algn="l">
                        <a:spcBef>
                          <a:spcPts val="0"/>
                        </a:spcBef>
                        <a:spcAft>
                          <a:spcPts val="0"/>
                        </a:spcAft>
                        <a:buSzPts val="1400"/>
                        <a:buChar char="●"/>
                      </a:pPr>
                      <a:r>
                        <a:rPr lang="en"/>
                        <a:t>Multiplied Matrix Values</a:t>
                      </a:r>
                      <a:endParaRPr/>
                    </a:p>
                  </a:txBody>
                  <a:tcPr marT="91425" marB="91425" marR="91425" marL="91425"/>
                </a:tc>
              </a:tr>
              <a:tr h="381000">
                <a:tc>
                  <a:txBody>
                    <a:bodyPr/>
                    <a:lstStyle/>
                    <a:p>
                      <a:pPr indent="0" lvl="0" marL="0" rtl="0" algn="l">
                        <a:spcBef>
                          <a:spcPts val="0"/>
                        </a:spcBef>
                        <a:spcAft>
                          <a:spcPts val="0"/>
                        </a:spcAft>
                        <a:buNone/>
                      </a:pPr>
                      <a:r>
                        <a:rPr lang="en"/>
                        <a:t>PE Controller to </a:t>
                      </a:r>
                      <a:endParaRPr/>
                    </a:p>
                    <a:p>
                      <a:pPr indent="0" lvl="0" marL="0" rtl="0" algn="l">
                        <a:spcBef>
                          <a:spcPts val="0"/>
                        </a:spcBef>
                        <a:spcAft>
                          <a:spcPts val="0"/>
                        </a:spcAft>
                        <a:buNone/>
                      </a:pPr>
                      <a:r>
                        <a:rPr lang="en"/>
                        <a:t>Microblaze</a:t>
                      </a:r>
                      <a:endParaRPr/>
                    </a:p>
                  </a:txBody>
                  <a:tcPr marT="91425" marB="91425" marR="91425" marL="91425"/>
                </a:tc>
                <a:tc>
                  <a:txBody>
                    <a:bodyPr/>
                    <a:lstStyle/>
                    <a:p>
                      <a:pPr indent="-317500" lvl="0" marL="457200" rtl="0" algn="l">
                        <a:spcBef>
                          <a:spcPts val="0"/>
                        </a:spcBef>
                        <a:spcAft>
                          <a:spcPts val="0"/>
                        </a:spcAft>
                        <a:buSzPts val="1400"/>
                        <a:buChar char="●"/>
                      </a:pPr>
                      <a:r>
                        <a:rPr lang="en"/>
                        <a:t>Matrix A address</a:t>
                      </a:r>
                      <a:endParaRPr/>
                    </a:p>
                    <a:p>
                      <a:pPr indent="-317500" lvl="0" marL="457200" rtl="0" algn="l">
                        <a:spcBef>
                          <a:spcPts val="0"/>
                        </a:spcBef>
                        <a:spcAft>
                          <a:spcPts val="0"/>
                        </a:spcAft>
                        <a:buSzPts val="1400"/>
                        <a:buChar char="●"/>
                      </a:pPr>
                      <a:r>
                        <a:rPr lang="en"/>
                        <a:t>Matrix B address</a:t>
                      </a:r>
                      <a:endParaRPr/>
                    </a:p>
                    <a:p>
                      <a:pPr indent="-317500" lvl="0" marL="457200" rtl="0" algn="l">
                        <a:spcBef>
                          <a:spcPts val="0"/>
                        </a:spcBef>
                        <a:spcAft>
                          <a:spcPts val="0"/>
                        </a:spcAft>
                        <a:buSzPts val="1400"/>
                        <a:buChar char="●"/>
                      </a:pPr>
                      <a:r>
                        <a:rPr lang="en"/>
                        <a:t>Controls and Triggers</a:t>
                      </a:r>
                      <a:endParaRPr/>
                    </a:p>
                  </a:txBody>
                  <a:tcPr marT="91425" marB="91425" marR="91425" marL="91425"/>
                </a:tc>
                <a:tc>
                  <a:txBody>
                    <a:bodyPr/>
                    <a:lstStyle/>
                    <a:p>
                      <a:pPr indent="-317500" lvl="0" marL="457200" rtl="0" algn="l">
                        <a:spcBef>
                          <a:spcPts val="0"/>
                        </a:spcBef>
                        <a:spcAft>
                          <a:spcPts val="0"/>
                        </a:spcAft>
                        <a:buSzPts val="1400"/>
                        <a:buChar char="●"/>
                      </a:pPr>
                      <a:r>
                        <a:rPr lang="en"/>
                        <a:t>Multiplied Matrix address</a:t>
                      </a:r>
                      <a:endParaRPr/>
                    </a:p>
                    <a:p>
                      <a:pPr indent="-317500" lvl="0" marL="457200" rtl="0" algn="l">
                        <a:spcBef>
                          <a:spcPts val="0"/>
                        </a:spcBef>
                        <a:spcAft>
                          <a:spcPts val="0"/>
                        </a:spcAft>
                        <a:buSzPts val="1400"/>
                        <a:buChar char="●"/>
                      </a:pPr>
                      <a:r>
                        <a:rPr lang="en"/>
                        <a:t>Triggers</a:t>
                      </a:r>
                      <a:endParaRPr/>
                    </a:p>
                  </a:txBody>
                  <a:tcPr marT="91425" marB="91425" marR="91425" marL="91425"/>
                </a:tc>
              </a:tr>
              <a:tr h="381000">
                <a:tc>
                  <a:txBody>
                    <a:bodyPr/>
                    <a:lstStyle/>
                    <a:p>
                      <a:pPr indent="0" lvl="0" marL="0" rtl="0" algn="l">
                        <a:spcBef>
                          <a:spcPts val="0"/>
                        </a:spcBef>
                        <a:spcAft>
                          <a:spcPts val="0"/>
                        </a:spcAft>
                        <a:buNone/>
                      </a:pPr>
                      <a:r>
                        <a:rPr lang="en"/>
                        <a:t>PE Controller to </a:t>
                      </a:r>
                      <a:endParaRPr/>
                    </a:p>
                    <a:p>
                      <a:pPr indent="0" lvl="0" marL="0" rtl="0" algn="l">
                        <a:spcBef>
                          <a:spcPts val="0"/>
                        </a:spcBef>
                        <a:spcAft>
                          <a:spcPts val="0"/>
                        </a:spcAft>
                        <a:buNone/>
                      </a:pPr>
                      <a:r>
                        <a:rPr lang="en"/>
                        <a:t>FSM (Internal)</a:t>
                      </a:r>
                      <a:endParaRPr/>
                    </a:p>
                  </a:txBody>
                  <a:tcPr marT="91425" marB="91425" marR="91425" marL="91425"/>
                </a:tc>
                <a:tc>
                  <a:txBody>
                    <a:bodyPr/>
                    <a:lstStyle/>
                    <a:p>
                      <a:pPr indent="-317500" lvl="0" marL="457200" rtl="0" algn="l">
                        <a:spcBef>
                          <a:spcPts val="0"/>
                        </a:spcBef>
                        <a:spcAft>
                          <a:spcPts val="0"/>
                        </a:spcAft>
                        <a:buSzPts val="1400"/>
                        <a:buChar char="●"/>
                      </a:pPr>
                      <a:r>
                        <a:rPr lang="en"/>
                        <a:t>Pass up Multiplied Matrix values</a:t>
                      </a:r>
                      <a:endParaRPr/>
                    </a:p>
                    <a:p>
                      <a:pPr indent="-317500" lvl="0" marL="457200" rtl="0" algn="l">
                        <a:spcBef>
                          <a:spcPts val="0"/>
                        </a:spcBef>
                        <a:spcAft>
                          <a:spcPts val="0"/>
                        </a:spcAft>
                        <a:buSzPts val="1400"/>
                        <a:buChar char="●"/>
                      </a:pPr>
                      <a:r>
                        <a:rPr lang="en"/>
                        <a:t>(from systolic array)</a:t>
                      </a:r>
                      <a:endParaRPr/>
                    </a:p>
                  </a:txBody>
                  <a:tcPr marT="91425" marB="91425" marR="91425" marL="91425"/>
                </a:tc>
                <a:tc>
                  <a:txBody>
                    <a:bodyPr/>
                    <a:lstStyle/>
                    <a:p>
                      <a:pPr indent="-317500" lvl="0" marL="457200" rtl="0" algn="l">
                        <a:spcBef>
                          <a:spcPts val="0"/>
                        </a:spcBef>
                        <a:spcAft>
                          <a:spcPts val="0"/>
                        </a:spcAft>
                        <a:buSzPts val="1400"/>
                        <a:buChar char="●"/>
                      </a:pPr>
                      <a:r>
                        <a:rPr lang="en"/>
                        <a:t>Pass down Matrix A values</a:t>
                      </a:r>
                      <a:endParaRPr/>
                    </a:p>
                    <a:p>
                      <a:pPr indent="-317500" lvl="0" marL="457200" rtl="0" algn="l">
                        <a:spcBef>
                          <a:spcPts val="0"/>
                        </a:spcBef>
                        <a:spcAft>
                          <a:spcPts val="0"/>
                        </a:spcAft>
                        <a:buSzPts val="1400"/>
                        <a:buChar char="●"/>
                      </a:pPr>
                      <a:r>
                        <a:rPr lang="en"/>
                        <a:t>Pass down Matrix B values</a:t>
                      </a:r>
                      <a:endParaRPr/>
                    </a:p>
                    <a:p>
                      <a:pPr indent="-317500" lvl="0" marL="457200" rtl="0" algn="l">
                        <a:spcBef>
                          <a:spcPts val="0"/>
                        </a:spcBef>
                        <a:spcAft>
                          <a:spcPts val="0"/>
                        </a:spcAft>
                        <a:buSzPts val="1400"/>
                        <a:buChar char="●"/>
                      </a:pPr>
                      <a:r>
                        <a:rPr lang="en"/>
                        <a:t>(to systolic array)</a:t>
                      </a:r>
                      <a:endParaRPr/>
                    </a:p>
                  </a:txBody>
                  <a:tcPr marT="91425" marB="91425" marR="91425" marL="91425"/>
                </a:tc>
              </a:tr>
            </a:tbl>
          </a:graphicData>
        </a:graphic>
      </p:graphicFrame>
      <p:sp>
        <p:nvSpPr>
          <p:cNvPr id="465" name="Google Shape;465;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Integration with Microblaze </a:t>
            </a:r>
            <a:endParaRPr/>
          </a:p>
        </p:txBody>
      </p:sp>
      <p:sp>
        <p:nvSpPr>
          <p:cNvPr id="471" name="Google Shape;471;p31"/>
          <p:cNvSpPr txBox="1"/>
          <p:nvPr/>
        </p:nvSpPr>
        <p:spPr>
          <a:xfrm>
            <a:off x="0" y="1069825"/>
            <a:ext cx="4101300" cy="3909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Char char="●"/>
            </a:pPr>
            <a:r>
              <a:rPr lang="en">
                <a:solidFill>
                  <a:schemeClr val="dk2"/>
                </a:solidFill>
              </a:rPr>
              <a:t>Microblaze V running on Arty A7 at 100Mhz</a:t>
            </a:r>
            <a:endParaRPr>
              <a:solidFill>
                <a:schemeClr val="dk2"/>
              </a:solidFill>
            </a:endParaRPr>
          </a:p>
          <a:p>
            <a:pPr indent="0" lvl="0" marL="45720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Local Memory DMEM/IMEM 16KB Connected to Processor via LMB interface</a:t>
            </a:r>
            <a:endParaRPr>
              <a:solidFill>
                <a:schemeClr val="dk2"/>
              </a:solidFill>
            </a:endParaRPr>
          </a:p>
          <a:p>
            <a:pPr indent="0" lvl="0" marL="45720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AXI Interconnect routing to three peripherals, Controller, Control Registers and the Dual Ported BRAM</a:t>
            </a:r>
            <a:endParaRPr>
              <a:solidFill>
                <a:schemeClr val="dk2"/>
              </a:solidFill>
            </a:endParaRPr>
          </a:p>
          <a:p>
            <a:pPr indent="0" lvl="0" marL="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Control Registers exposing Handshake and matrix addresses to the PE Controller</a:t>
            </a:r>
            <a:endParaRPr>
              <a:solidFill>
                <a:schemeClr val="dk2"/>
              </a:solidFill>
            </a:endParaRPr>
          </a:p>
          <a:p>
            <a:pPr indent="0" lvl="0" marL="45720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Dual Port 16KB DMEM shared between the accelerator and CPU</a:t>
            </a:r>
            <a:endParaRPr>
              <a:solidFill>
                <a:schemeClr val="dk2"/>
              </a:solidFill>
            </a:endParaRPr>
          </a:p>
          <a:p>
            <a:pPr indent="0" lvl="0" marL="45720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PE Controller for managing execution</a:t>
            </a:r>
            <a:endParaRPr>
              <a:solidFill>
                <a:schemeClr val="dk2"/>
              </a:solidFill>
            </a:endParaRPr>
          </a:p>
        </p:txBody>
      </p:sp>
      <p:pic>
        <p:nvPicPr>
          <p:cNvPr id="472" name="Google Shape;472;p31" title="Untitled Diagram.drawio (1).png"/>
          <p:cNvPicPr preferRelativeResize="0"/>
          <p:nvPr/>
        </p:nvPicPr>
        <p:blipFill>
          <a:blip r:embed="rId3">
            <a:alphaModFix/>
          </a:blip>
          <a:stretch>
            <a:fillRect/>
          </a:stretch>
        </p:blipFill>
        <p:spPr>
          <a:xfrm>
            <a:off x="4787850" y="869949"/>
            <a:ext cx="4301249" cy="3657967"/>
          </a:xfrm>
          <a:prstGeom prst="rect">
            <a:avLst/>
          </a:prstGeom>
          <a:noFill/>
          <a:ln>
            <a:noFill/>
          </a:ln>
        </p:spPr>
      </p:pic>
      <p:sp>
        <p:nvSpPr>
          <p:cNvPr id="473" name="Google Shape;473;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a:t>Block View From VIVADO and Memory Mappings</a:t>
            </a:r>
            <a:endParaRPr/>
          </a:p>
        </p:txBody>
      </p:sp>
      <p:pic>
        <p:nvPicPr>
          <p:cNvPr id="479" name="Google Shape;479;p32"/>
          <p:cNvPicPr preferRelativeResize="0"/>
          <p:nvPr/>
        </p:nvPicPr>
        <p:blipFill>
          <a:blip r:embed="rId3">
            <a:alphaModFix/>
          </a:blip>
          <a:stretch>
            <a:fillRect/>
          </a:stretch>
        </p:blipFill>
        <p:spPr>
          <a:xfrm>
            <a:off x="107750" y="1110575"/>
            <a:ext cx="8839200" cy="3693897"/>
          </a:xfrm>
          <a:prstGeom prst="rect">
            <a:avLst/>
          </a:prstGeom>
          <a:noFill/>
          <a:ln>
            <a:noFill/>
          </a:ln>
        </p:spPr>
      </p:pic>
      <p:sp>
        <p:nvSpPr>
          <p:cNvPr id="480" name="Google Shape;480;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a:t>Block View From VIVADO and Memory Mappings</a:t>
            </a:r>
            <a:endParaRPr/>
          </a:p>
        </p:txBody>
      </p:sp>
      <p:pic>
        <p:nvPicPr>
          <p:cNvPr id="486" name="Google Shape;486;p33"/>
          <p:cNvPicPr preferRelativeResize="0"/>
          <p:nvPr/>
        </p:nvPicPr>
        <p:blipFill>
          <a:blip r:embed="rId3">
            <a:alphaModFix/>
          </a:blip>
          <a:stretch>
            <a:fillRect/>
          </a:stretch>
        </p:blipFill>
        <p:spPr>
          <a:xfrm>
            <a:off x="189650" y="946800"/>
            <a:ext cx="3770325" cy="2161900"/>
          </a:xfrm>
          <a:prstGeom prst="rect">
            <a:avLst/>
          </a:prstGeom>
          <a:noFill/>
          <a:ln>
            <a:noFill/>
          </a:ln>
        </p:spPr>
      </p:pic>
      <p:pic>
        <p:nvPicPr>
          <p:cNvPr id="487" name="Google Shape;487;p33"/>
          <p:cNvPicPr preferRelativeResize="0"/>
          <p:nvPr/>
        </p:nvPicPr>
        <p:blipFill>
          <a:blip r:embed="rId4">
            <a:alphaModFix/>
          </a:blip>
          <a:stretch>
            <a:fillRect/>
          </a:stretch>
        </p:blipFill>
        <p:spPr>
          <a:xfrm>
            <a:off x="4221675" y="1017725"/>
            <a:ext cx="4752078" cy="3820974"/>
          </a:xfrm>
          <a:prstGeom prst="rect">
            <a:avLst/>
          </a:prstGeom>
          <a:noFill/>
          <a:ln>
            <a:noFill/>
          </a:ln>
        </p:spPr>
      </p:pic>
      <p:pic>
        <p:nvPicPr>
          <p:cNvPr id="488" name="Google Shape;488;p33"/>
          <p:cNvPicPr preferRelativeResize="0"/>
          <p:nvPr/>
        </p:nvPicPr>
        <p:blipFill>
          <a:blip r:embed="rId5">
            <a:alphaModFix/>
          </a:blip>
          <a:stretch>
            <a:fillRect/>
          </a:stretch>
        </p:blipFill>
        <p:spPr>
          <a:xfrm>
            <a:off x="42725" y="3389550"/>
            <a:ext cx="4064175" cy="1197650"/>
          </a:xfrm>
          <a:prstGeom prst="rect">
            <a:avLst/>
          </a:prstGeom>
          <a:noFill/>
          <a:ln>
            <a:noFill/>
          </a:ln>
        </p:spPr>
      </p:pic>
      <p:sp>
        <p:nvSpPr>
          <p:cNvPr id="489" name="Google Shape;489;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Performance Evaluation</a:t>
            </a:r>
            <a:endParaRPr/>
          </a:p>
        </p:txBody>
      </p:sp>
      <p:sp>
        <p:nvSpPr>
          <p:cNvPr id="495" name="Google Shape;495;p34"/>
          <p:cNvSpPr txBox="1"/>
          <p:nvPr>
            <p:ph idx="1" type="body"/>
          </p:nvPr>
        </p:nvSpPr>
        <p:spPr>
          <a:xfrm>
            <a:off x="214925" y="98125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4 Test run on Microblaze on Arty A7 using Vitis and UART</a:t>
            </a:r>
            <a:endParaRPr/>
          </a:p>
          <a:p>
            <a:pPr indent="-342900" lvl="0" marL="457200" rtl="0" algn="l">
              <a:spcBef>
                <a:spcPts val="0"/>
              </a:spcBef>
              <a:spcAft>
                <a:spcPts val="0"/>
              </a:spcAft>
              <a:buSzPts val="1800"/>
              <a:buChar char="●"/>
            </a:pPr>
            <a:r>
              <a:rPr lang="en"/>
              <a:t>Software 4x4 and 16x16 matrix multiply for baseline</a:t>
            </a:r>
            <a:endParaRPr/>
          </a:p>
          <a:p>
            <a:pPr indent="-342900" lvl="0" marL="457200" rtl="0" algn="l">
              <a:spcBef>
                <a:spcPts val="0"/>
              </a:spcBef>
              <a:spcAft>
                <a:spcPts val="0"/>
              </a:spcAft>
              <a:buSzPts val="1800"/>
              <a:buChar char="●"/>
            </a:pPr>
            <a:r>
              <a:rPr lang="en"/>
              <a:t>Hardware 4x4 single accelerator call</a:t>
            </a:r>
            <a:endParaRPr/>
          </a:p>
          <a:p>
            <a:pPr indent="-342900" lvl="0" marL="457200" rtl="0" algn="l">
              <a:spcBef>
                <a:spcPts val="0"/>
              </a:spcBef>
              <a:spcAft>
                <a:spcPts val="0"/>
              </a:spcAft>
              <a:buSzPts val="1800"/>
              <a:buChar char="●"/>
            </a:pPr>
            <a:r>
              <a:rPr lang="en"/>
              <a:t>Hardware 16x16 Tiled GEMM, 64 accelerator calls with partial accumulation in BRAM</a:t>
            </a:r>
            <a:endParaRPr/>
          </a:p>
          <a:p>
            <a:pPr indent="-342900" lvl="0" marL="457200" rtl="0" algn="l">
              <a:spcBef>
                <a:spcPts val="0"/>
              </a:spcBef>
              <a:spcAft>
                <a:spcPts val="0"/>
              </a:spcAft>
              <a:buSzPts val="1800"/>
              <a:buChar char="●"/>
            </a:pPr>
            <a:r>
              <a:rPr lang="en"/>
              <a:t>Performance measured by rdcycle CSR in Risc V</a:t>
            </a:r>
            <a:endParaRPr/>
          </a:p>
        </p:txBody>
      </p:sp>
      <p:pic>
        <p:nvPicPr>
          <p:cNvPr id="496" name="Google Shape;496;p34"/>
          <p:cNvPicPr preferRelativeResize="0"/>
          <p:nvPr/>
        </p:nvPicPr>
        <p:blipFill>
          <a:blip r:embed="rId3">
            <a:alphaModFix/>
          </a:blip>
          <a:stretch>
            <a:fillRect/>
          </a:stretch>
        </p:blipFill>
        <p:spPr>
          <a:xfrm>
            <a:off x="4134300" y="3077250"/>
            <a:ext cx="4321599" cy="1961225"/>
          </a:xfrm>
          <a:prstGeom prst="rect">
            <a:avLst/>
          </a:prstGeom>
          <a:noFill/>
          <a:ln>
            <a:noFill/>
          </a:ln>
        </p:spPr>
      </p:pic>
      <p:sp>
        <p:nvSpPr>
          <p:cNvPr id="497" name="Google Shape;497;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Discussion &amp; Improvements</a:t>
            </a:r>
            <a:endParaRPr/>
          </a:p>
        </p:txBody>
      </p:sp>
      <p:sp>
        <p:nvSpPr>
          <p:cNvPr id="503" name="Google Shape;503;p35"/>
          <p:cNvSpPr txBox="1"/>
          <p:nvPr>
            <p:ph idx="1" type="body"/>
          </p:nvPr>
        </p:nvSpPr>
        <p:spPr>
          <a:xfrm>
            <a:off x="214925" y="981250"/>
            <a:ext cx="8520600" cy="3416400"/>
          </a:xfrm>
          <a:prstGeom prst="rect">
            <a:avLst/>
          </a:prstGeom>
        </p:spPr>
        <p:txBody>
          <a:bodyPr anchorCtr="0" anchor="t" bIns="91425" lIns="91425" spcFirstLastPara="1" rIns="91425" wrap="square" tIns="91425">
            <a:normAutofit fontScale="85000"/>
          </a:bodyPr>
          <a:lstStyle/>
          <a:p>
            <a:pPr indent="-325755" lvl="0" marL="457200" rtl="0" algn="l">
              <a:spcBef>
                <a:spcPts val="0"/>
              </a:spcBef>
              <a:spcAft>
                <a:spcPts val="0"/>
              </a:spcAft>
              <a:buSzPct val="100000"/>
              <a:buChar char="●"/>
            </a:pPr>
            <a:r>
              <a:rPr lang="en"/>
              <a:t>47x Speed-Up on 4x4 Single call, 16 parallel outputs generated in </a:t>
            </a:r>
            <a:r>
              <a:rPr lang="en"/>
              <a:t>parallel vs sequential software</a:t>
            </a:r>
            <a:endParaRPr/>
          </a:p>
          <a:p>
            <a:pPr indent="-325755" lvl="0" marL="457200" rtl="0" algn="l">
              <a:spcBef>
                <a:spcPts val="0"/>
              </a:spcBef>
              <a:spcAft>
                <a:spcPts val="0"/>
              </a:spcAft>
              <a:buSzPct val="100000"/>
              <a:buChar char="●"/>
            </a:pPr>
            <a:r>
              <a:rPr lang="en"/>
              <a:t>16x16 Speed-Up drops to 2.1x on tiled Hardware Computation (64 Accelerator Calls) vs Software, majority of time spend between communication and data accumulation </a:t>
            </a:r>
            <a:endParaRPr/>
          </a:p>
          <a:p>
            <a:pPr indent="0" lvl="0" marL="0" rtl="0" algn="l">
              <a:spcBef>
                <a:spcPts val="1200"/>
              </a:spcBef>
              <a:spcAft>
                <a:spcPts val="0"/>
              </a:spcAft>
              <a:buNone/>
            </a:pPr>
            <a:r>
              <a:t/>
            </a:r>
            <a:endParaRPr/>
          </a:p>
          <a:p>
            <a:pPr indent="-325755" lvl="0" marL="457200" rtl="0" algn="l">
              <a:spcBef>
                <a:spcPts val="1200"/>
              </a:spcBef>
              <a:spcAft>
                <a:spcPts val="0"/>
              </a:spcAft>
              <a:buSzPct val="100000"/>
              <a:buChar char="●"/>
            </a:pPr>
            <a:r>
              <a:rPr lang="en"/>
              <a:t>Larger Systolic array with wider data types would reduce tiled cost and enable more accurate computation</a:t>
            </a:r>
            <a:endParaRPr/>
          </a:p>
          <a:p>
            <a:pPr indent="-325755" lvl="0" marL="457200" rtl="0" algn="l">
              <a:spcBef>
                <a:spcPts val="0"/>
              </a:spcBef>
              <a:spcAft>
                <a:spcPts val="0"/>
              </a:spcAft>
              <a:buSzPct val="100000"/>
              <a:buChar char="●"/>
            </a:pPr>
            <a:r>
              <a:rPr lang="en"/>
              <a:t>Multiple Systolic Arrays so multiple sub-blocks can be handled parallely</a:t>
            </a:r>
            <a:endParaRPr/>
          </a:p>
          <a:p>
            <a:pPr indent="-325755" lvl="0" marL="457200" rtl="0" algn="l">
              <a:spcBef>
                <a:spcPts val="0"/>
              </a:spcBef>
              <a:spcAft>
                <a:spcPts val="0"/>
              </a:spcAft>
              <a:buSzPct val="100000"/>
              <a:buChar char="●"/>
            </a:pPr>
            <a:r>
              <a:rPr lang="en"/>
              <a:t>Interrupt Driven Control Signals vs Polling Driven, so CPU has to use even less resources</a:t>
            </a:r>
            <a:endParaRPr/>
          </a:p>
          <a:p>
            <a:pPr indent="0" lvl="0" marL="0" rtl="0" algn="l">
              <a:spcBef>
                <a:spcPts val="1200"/>
              </a:spcBef>
              <a:spcAft>
                <a:spcPts val="1200"/>
              </a:spcAft>
              <a:buNone/>
            </a:pPr>
            <a:r>
              <a:t/>
            </a:r>
            <a:endParaRPr/>
          </a:p>
        </p:txBody>
      </p:sp>
      <p:sp>
        <p:nvSpPr>
          <p:cNvPr id="504" name="Google Shape;504;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Demo using VITIS for single 4x4 Hardware Call</a:t>
            </a:r>
            <a:endParaRPr/>
          </a:p>
        </p:txBody>
      </p:sp>
      <p:sp>
        <p:nvSpPr>
          <p:cNvPr id="510" name="Google Shape;510;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511" name="Google Shape;511;p36" title="Video Project 4.mp4">
            <a:hlinkClick r:id="rId3"/>
          </p:cNvPr>
          <p:cNvPicPr preferRelativeResize="0"/>
          <p:nvPr/>
        </p:nvPicPr>
        <p:blipFill>
          <a:blip r:embed="rId4">
            <a:alphaModFix/>
          </a:blip>
          <a:stretch>
            <a:fillRect/>
          </a:stretch>
        </p:blipFill>
        <p:spPr>
          <a:xfrm>
            <a:off x="152400" y="1170125"/>
            <a:ext cx="8578600" cy="3660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1000"/>
                                        <p:tgtEl>
                                          <p:spTgt spid="5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